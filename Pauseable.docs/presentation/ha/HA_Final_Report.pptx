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64392ee3fda4a3d" /><Relationship Type="http://schemas.openxmlformats.org/officeDocument/2006/relationships/extended-properties" Target="/docProps/app.xml" Id="Rd578ecac5e864b36" /><Relationship Type="http://schemas.openxmlformats.org/officeDocument/2006/relationships/officeDocument" Target="/ppt/presentation.xml" Id="Reef11ff6065e4122" /></Relationships>
</file>

<file path=ppt/presentation.xml><?xml version="1.0" encoding="utf-8"?>
<p:presentation xmlns:p="http://schemas.openxmlformats.org/presentationml/2006/main">
  <p:sldMasterIdLst>
    <p:sldMasterId xmlns:r="http://schemas.openxmlformats.org/officeDocument/2006/relationships" id="2147483648" r:id="R289d96b8ad234467"/>
  </p:sldMasterIdLst>
  <p:notesMasterIdLst>
    <p:notesMasterId xmlns:r="http://schemas.openxmlformats.org/officeDocument/2006/relationships" r:id="Rf5d934620a854b4a"/>
  </p:notesMasterIdLst>
  <p:sldIdLst>
    <p:sldId xmlns:r="http://schemas.openxmlformats.org/officeDocument/2006/relationships" id="256" r:id="R520797d301ba4449"/>
    <p:sldId xmlns:r="http://schemas.openxmlformats.org/officeDocument/2006/relationships" id="257" r:id="R83be6c98218c4316"/>
    <p:sldId xmlns:r="http://schemas.openxmlformats.org/officeDocument/2006/relationships" id="258" r:id="R3ba7072e83f34ae9"/>
    <p:sldId xmlns:r="http://schemas.openxmlformats.org/officeDocument/2006/relationships" id="259" r:id="R2423a59dbc554e33"/>
    <p:sldId xmlns:r="http://schemas.openxmlformats.org/officeDocument/2006/relationships" id="260" r:id="R1a3c85d669fa44d2"/>
  </p:sldIdLst>
  <p:sldSz cx="13716000" cy="7715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78370f0af44ecb" /><Relationship Type="http://schemas.openxmlformats.org/officeDocument/2006/relationships/slideMaster" Target="/ppt/slideMasters/slideMaster1.xml" Id="R289d96b8ad234467" /><Relationship Type="http://schemas.openxmlformats.org/officeDocument/2006/relationships/notesMaster" Target="/ppt/notesMasters/notesMaster1.xml" Id="Rf5d934620a854b4a" /><Relationship Type="http://schemas.openxmlformats.org/officeDocument/2006/relationships/presProps" Target="/ppt/presProps.xml" Id="R080f2c74882f4439" /><Relationship Type="http://schemas.openxmlformats.org/officeDocument/2006/relationships/tableStyles" Target="/ppt/tableStyles.xml" Id="R98ddc8a996d54fb9" /><Relationship Type="http://schemas.openxmlformats.org/officeDocument/2006/relationships/slide" Target="/ppt/slides/slide1.xml" Id="R520797d301ba4449" /><Relationship Type="http://schemas.openxmlformats.org/officeDocument/2006/relationships/slide" Target="/ppt/slides/slide2.xml" Id="R83be6c98218c4316" /><Relationship Type="http://schemas.openxmlformats.org/officeDocument/2006/relationships/slide" Target="/ppt/slides/slide3.xml" Id="R3ba7072e83f34ae9" /><Relationship Type="http://schemas.openxmlformats.org/officeDocument/2006/relationships/slide" Target="/ppt/slides/slide4.xml" Id="R2423a59dbc554e33" /><Relationship Type="http://schemas.openxmlformats.org/officeDocument/2006/relationships/slide" Target="/ppt/slides/slide5.xml" Id="R1a3c85d669fa44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327dbca6794e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KR"/>
        <a:ea typeface=""/>
        <a:cs typeface=""/>
      </a:majorFont>
      <a:minorFont>
        <a:latin typeface="Noto Sans K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8acaf6e5b5496c" /><Relationship Type="http://schemas.openxmlformats.org/officeDocument/2006/relationships/notesMaster" Target="/ppt/notesMasters/notesMaster1.xml" Id="Ra6eb9d2b38b34e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d6c2c141e3499b" /><Relationship Type="http://schemas.openxmlformats.org/officeDocument/2006/relationships/notesMaster" Target="/ppt/notesMasters/notesMaster1.xml" Id="Rb41d025b56b849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32e933ce40449d" /><Relationship Type="http://schemas.openxmlformats.org/officeDocument/2006/relationships/notesMaster" Target="/ppt/notesMasters/notesMaster1.xml" Id="R2ec48691cb5746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a2a0db570846e7" /><Relationship Type="http://schemas.openxmlformats.org/officeDocument/2006/relationships/notesMaster" Target="/ppt/notesMasters/notesMaster1.xml" Id="R40dcbc1f988d4b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9ec3ae9e2345d8" /><Relationship Type="http://schemas.openxmlformats.org/officeDocument/2006/relationships/notesMaster" Target="/ppt/notesMasters/notesMaster1.xml" Id="R79f13315a4d348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실가전 입력 확인 범위는 냉장고와 세탁기다. 모델의 공통 스키마는 8개 가전 종류에 대해 48개 특징, 시각과 요일 6개 특징을 포함한다. 지원 스키마가 있다는 사실과 실제 가전 8종의 통합 시험 완료는 다르다. Central과 출력은 팀 공통 경계다. 최신 HA 변경의 Pi 배포·실가전 종단 검증은 별도 확인 대상이다. ThinQ 등 외부 HA 통합의 연결 조건은 그대로 적용된다.</a:t>
            </a:r>
          </a:p>
          <a:p xmlns:a="http://schemas.openxmlformats.org/drawingml/2006/main">
            <a:r>
              <a:t/>
            </a:r>
          </a:p>
          <a:p xmlns:a="http://schemas.openxmlformats.org/drawingml/2006/main">
            <a:r>
              <a:t>근거</a:t>
            </a:r>
          </a:p>
          <a:p xmlns:a="http://schemas.openxmlformats.org/drawingml/2006/main">
            <a:r>
              <a:t>AI-Training/HA/ha_ai/Dockerfile.pi</a:t>
            </a:r>
          </a:p>
          <a:p xmlns:a="http://schemas.openxmlformats.org/drawingml/2006/main">
            <a:r>
              <a:t>src/run_ha_full_service.py</a:t>
            </a:r>
          </a:p>
          <a:p xmlns:a="http://schemas.openxmlformats.org/drawingml/2006/main">
            <a:r>
              <a:t>src/make_ha_features.py: FEATURE_COLUMNS</a:t>
            </a:r>
          </a:p>
          <a:p xmlns:a="http://schemas.openxmlformats.org/drawingml/2006/main">
            <a:r>
              <a:t>Pi5/Central-Atlas-App/README.md</a:t>
            </a:r>
          </a:p>
          <a:p xmlns:a="http://schemas.openxmlformats.org/drawingml/2006/main">
            <a:r>
              <a:t/>
            </a:r>
          </a:p>
          <a:p xmlns:a="http://schemas.openxmlformats.org/drawingml/2006/main">
            <a:r>
              <a:t>검증 기록 기준일: 2026-10-22. 도표 재구성: 2026-10-23. 모든 행동·학습·검토 데이터는 합성 fixture이며 실제 치매환자 탐지 성능을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히트맵의 열은 같은 48개 기준 시각이다. 위쪽 각 칸은 (기준 시각-1시간, 기준 시각]의 상태 변화 기록 수다. 06:10 이벤트는 07:00 열에 들어간다. 실제 변환 코드 entity_mapper.detect_device를 사용해 식기세척기 dishwasher와 세탁기 washer를 분리했다. 가전별 합계는 냉장고12, 도어락8, 전자레인지12, 세탁기3, 건조기3, 공기청정기4, 에어컨4, 식기세척기6으로 총52건이다. 초기 스냅샷은 제외한다. 아래는 같은 기준 시각의 54개 특징이다. 가전별 여러 행을 포함하며 10/30/60/120분 과거 이력을 요약하므로 위쪽과 색이 일대일로 일치하지 않는다. 활성 manifest에서 학습 전용428개 표본에 맞춘 StandardScaler를 적용했다. 값0은 학습 평균이며, 이벤트가 없다는 뜻과 다르다. 모델 입력을 잘라내지 않고 표시 색만 -2~4로 제한했다. 이 합성 한 달 가속 시험의 끝점은1시간 간격이다. 운영 특징 생성은1분, 장기 서비스 분석 기본 주기는600초다. UK-DALE/REFIT은 정상 가전 신호, MINDER kitchen은 시나리오 시작 시간대 참고이며 이 모델의 가중치는 합성 정상 이력으로 학습했다.</a:t>
            </a:r>
          </a:p>
          <a:p xmlns:a="http://schemas.openxmlformats.org/drawingml/2006/main">
            <a:r>
              <a:t/>
            </a:r>
          </a:p>
          <a:p xmlns:a="http://schemas.openxmlformats.org/drawingml/2006/main">
            <a:r>
              <a:t>근거</a:t>
            </a:r>
          </a:p>
          <a:p xmlns:a="http://schemas.openxmlformats.org/drawingml/2006/main">
            <a:r>
              <a:t>outputs/submission_20261022/verified/month/month_raw_ha.csv</a:t>
            </a:r>
          </a:p>
          <a:p xmlns:a="http://schemas.openxmlformats.org/drawingml/2006/main">
            <a:r>
              <a:t>outputs/submission_20261022/verified/month/month_features.csv</a:t>
            </a:r>
          </a:p>
          <a:p xmlns:a="http://schemas.openxmlformats.org/drawingml/2006/main">
            <a:r>
              <a:t>outputs/submission_20261022/verified/month/synthetic_models/versions/7e425973554a449b8a35c8e5e82335dc/bundle/manifest.json</a:t>
            </a:r>
          </a:p>
          <a:p xmlns:a="http://schemas.openxmlformats.org/drawingml/2006/main">
            <a:r>
              <a:t>src/collect_ha_events_ws.py</a:t>
            </a:r>
          </a:p>
          <a:p xmlns:a="http://schemas.openxmlformats.org/drawingml/2006/main">
            <a:r>
              <a:t>src/entity_mapper.py</a:t>
            </a:r>
          </a:p>
          <a:p xmlns:a="http://schemas.openxmlformats.org/drawingml/2006/main">
            <a:r>
              <a:t>src/make_ha_features.py</a:t>
            </a:r>
          </a:p>
          <a:p xmlns:a="http://schemas.openxmlformats.org/drawingml/2006/main">
            <a:r>
              <a:t>docs/EVIDENCE_UPDATE_20261017_KO.md</a:t>
            </a:r>
          </a:p>
          <a:p xmlns:a="http://schemas.openxmlformats.org/drawingml/2006/main">
            <a:r>
              <a:t/>
            </a:r>
          </a:p>
          <a:p xmlns:a="http://schemas.openxmlformats.org/drawingml/2006/main">
            <a:r>
              <a:t>검증 기록 기준일: 2026-10-22. 도표 재구성: 2026-10-23. 모든 행동·학습·검토 데이터는 합성 fixture이며 실제 치매환자 탐지 성능을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표시한 Baseline은 운영 가정의 실제 개인 기준이 아니라 합성 시험용 기준이다. 독립된 이전 14일의 시간당 336개 표본에서 Q1/Q3/IQR와 P90/P95/P99를 계산했다. 냉장고 1시간 열림 횟수는 0회 294개, 1회 42개, Q3=0, IQR=0, P95=1이다. mild=max(Q3+IQR,P90), strong=max(Q3+1.5IQR,P95), extreme=max(Q3+2IQR,P99)와 특징별 최소 횟수 조건을 함께 쓴다. 1시간 열림 7회는 해당 특징 점수를 계산하기 위한 최소 조건일 뿐 최종 경보의 단일 기준이 아니다. 특징 점수, 복합 반복 규칙, 야간 가중치, 연속 관측으로 최종 등급을 결정한다. 최소 횟수와 가중치, 1.0/2.0 IQR 배수는 공학 설정이며 임상 문헌의 진단 컷오프가 아니다. NIST의 boxplot fence는 IQR 기반 이상값 탐색의 통계 원리를 설명하지만 프로젝트의 모든 수치를 정당화하지는 않는다. Alzheimer’s Society는 냉장고 반복 확인과 상황·기억의 관련성을 설명하지만 횟수 임계값을 제공하지 않는다. 이후 30일의 관측 완전 표본 718개와 단일 사용 61개에서 Baseline은 모두 정상이었다. 같은 생성 틀의 대조군이므로 실제 환자 정상 특이도가 아니다. 시간당 추출은 최근 10분 분포를 놓칠 수 있으며 실제 1분 자료의 재보정이 필요하다. IF는 정상 54개 특징 조합의 분리 정도, AE는 표준화한 정상 패턴의 복원오차를 사용한다. AE 구조는 54-16-6-16-54, 실제 최적화 반복 337회, 저장된 손실 0.03816이다. 학습 후에도 Baseline은 유지된다. 반복 근거가 있을 때 한 모델 이상이 이탈하면 주의, 두 모델 모두 위험이면 위험으로 승격하며 기존 Baseline 위험은 낮추지 않는다. 기본 shadow는 이 승격을 하지 않고 hybrid에서만 결합한다.</a:t>
            </a:r>
          </a:p>
          <a:p xmlns:a="http://schemas.openxmlformats.org/drawingml/2006/main">
            <a:r>
              <a:t/>
            </a:r>
          </a:p>
          <a:p xmlns:a="http://schemas.openxmlformats.org/drawingml/2006/main">
            <a:r>
              <a:t>근거</a:t>
            </a:r>
          </a:p>
          <a:p xmlns:a="http://schemas.openxmlformats.org/drawingml/2006/main">
            <a:r>
              <a:t>src/build_baseline.py</a:t>
            </a:r>
          </a:p>
          <a:p xmlns:a="http://schemas.openxmlformats.org/drawingml/2006/main">
            <a:r>
              <a:t>src/infer_ha_baseline.py</a:t>
            </a:r>
          </a:p>
          <a:p xmlns:a="http://schemas.openxmlformats.org/drawingml/2006/main">
            <a:r>
              <a:t>src/ha_model_lifecycle.py</a:t>
            </a:r>
          </a:p>
          <a:p xmlns:a="http://schemas.openxmlformats.org/drawingml/2006/main">
            <a:r>
              <a:t>src/train_ha_anomaly_models.py</a:t>
            </a:r>
          </a:p>
          <a:p xmlns:a="http://schemas.openxmlformats.org/drawingml/2006/main">
            <a:r>
              <a:t>reports/20261023/baseline_comparison.json</a:t>
            </a:r>
          </a:p>
          <a:p xmlns:a="http://schemas.openxmlformats.org/drawingml/2006/main">
            <a:r>
              <a:t>https://www.itl.nist.gov/div898/handbook/eda/section3/boxplot.htm</a:t>
            </a:r>
          </a:p>
          <a:p xmlns:a="http://schemas.openxmlformats.org/drawingml/2006/main">
            <a:r>
              <a:t>https://www.alzheimers.org.uk/about-dementia/stages-and-symptoms/dementia-symptoms/repetitive-behaviour</a:t>
            </a:r>
          </a:p>
          <a:p xmlns:a="http://schemas.openxmlformats.org/drawingml/2006/main">
            <a:r>
              <a:t/>
            </a:r>
          </a:p>
          <a:p xmlns:a="http://schemas.openxmlformats.org/drawingml/2006/main">
            <a:r>
              <a:t>검증 기록 기준일: 2026-10-22. 도표 재구성: 2026-10-23. 모든 행동·학습·검토 데이터는 합성 fixture이며 실제 치매환자 탐지 성능을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compare_baseline_models.py로 저장된 점수와 특징을 재생해 네 구성을 비교했다. 새 모델을 학습하거나 운영 기준을 바꾸지 않았다. 모든 구성은 같은 Baseline, 관측 품질 마스크, 반복 근거 검사를 사용한다. Baseline+IF는 AE의 승격 신호만 끄고 Baseline+AE는 IF의 승격 신호만 끈다. 모델로 인한 위험 승격은 실제 결합 정책과 동일하게 두 모델 모두 위험일 때만 가능하며 기존 Baseline 위험은 유지된다. 따라서 IF/AE 단독 알고리즘 정확도 시험이 아니라 구성요소 제거 비교다. 냉장고 5분 간격 12회, 각 2초 개폐의 61개 시점에서 최초 경보는 Baseline 26분, +IF 26분, +AE 5분, 결합 5분이다. 이 사례에서는 AE의 추가 신호가 조기 주의를 유발했으며 IF 단독 추가는 앞당기지 못했다. 단일 사용은 모든 구성에서 61개 시점 모두 정상이다. 별도의 96개 합성 연구 시나리오에서 반복 가설 24개 중 경보 수는 16/18/24/24, 정상 맥락 48개는 22/28/30/30이다. 나머지 센서 시험 12개 중 6개는 보류, 범위 외 12개는 모두 경보가 없다. Baseline에 같은 반복 검사까지 적용했기 때문에 원래 연구 CSV의 생 규칙 최대 등급과 다른 수치가 나올 수 있다. 모델을 더하면 반복 가설 경보는 증가하지만 정상 맥락 경보도 증가한다. AE 추가와 전체 결합의 사례별 경보 수가 같으므로 이 자료만으로 IF가 AE보다 더 나은 효과를 냈다고 주장하지 않는다. 일부 정상/반복 쌍은 같은 센서 특징을 사용한다. 96개는 16종×3개 밀도×2개 seed로 서로 관련된 합성 사례이며 임상 민감도·특이도나 독립 환자 수가 아니다. 분별 판정은 겹치는 시점이다. 시간당 정상 학습과 분별 시험의 추출 차이도 존재한다. 21분의 차이는 이 한 사례의 값일 뿐 실환경 탐지시간 보장이 아니다. 개인 루틴 보정은 이 비교에 적용하지 않았다.</a:t>
            </a:r>
          </a:p>
          <a:p xmlns:a="http://schemas.openxmlformats.org/drawingml/2006/main">
            <a:r>
              <a:t/>
            </a:r>
          </a:p>
          <a:p xmlns:a="http://schemas.openxmlformats.org/drawingml/2006/main">
            <a:r>
              <a:t>근거</a:t>
            </a:r>
          </a:p>
          <a:p xmlns:a="http://schemas.openxmlformats.org/drawingml/2006/main">
            <a:r>
              <a:t>reports/20261023/compare_baseline_models.py</a:t>
            </a:r>
          </a:p>
          <a:p xmlns:a="http://schemas.openxmlformats.org/drawingml/2006/main">
            <a:r>
              <a:t>reports/20261023/baseline_comparison.json</a:t>
            </a:r>
          </a:p>
          <a:p xmlns:a="http://schemas.openxmlformats.org/drawingml/2006/main">
            <a:r>
              <a:t>src/ha_model_lifecycle.py: combine()</a:t>
            </a:r>
          </a:p>
          <a:p xmlns:a="http://schemas.openxmlformats.org/drawingml/2006/main">
            <a:r>
              <a:t>src/ha_repetition_policy.py</a:t>
            </a:r>
          </a:p>
          <a:p xmlns:a="http://schemas.openxmlformats.org/drawingml/2006/main">
            <a:r>
              <a:t>outputs/submission_20261022/verified/fridge/five_minute_rechecks_scores.csv</a:t>
            </a:r>
          </a:p>
          <a:p xmlns:a="http://schemas.openxmlformats.org/drawingml/2006/main">
            <a:r>
              <a:t>outputs/submission_20261022/verified/evidence/scenario_results.csv</a:t>
            </a:r>
          </a:p>
          <a:p xmlns:a="http://schemas.openxmlformats.org/drawingml/2006/main">
            <a:r>
              <a:t/>
            </a:r>
          </a:p>
          <a:p xmlns:a="http://schemas.openxmlformats.org/drawingml/2006/main">
            <a:r>
              <a:t>검증 기록 기준일: 2026-10-22. 도표 재구성: 2026-10-23. 모든 행동·학습·검토 데이터는 합성 fixture이며 실제 치매환자 탐지 성능을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개인화 그래프는 앞의 시간당 한 달 모델과 별도의 통합 시험이다. 정상 검토를 가정한 30일 이력 이후 미래 12일의 30분 표본 576개를 평가했다. 보정 전 정상 564 / 주의 6 / 위험 6, 보정 후 정상 570 / 주의 0 / 위험 6이다. 겹치는 시간 표본이며 독립 환자나 사건의 수가 아니다. 같은 요일과 4시간대에서 최소 3개 날짜·6개 30분 표본으로 루틴을 구성한다. 과거의 명시적 정상 검토, 관측 품질, 같은 가구·출처, IF와 AE 모두 정상 등의 조건을 충족해야 비보호 경보를 보정한다. 도어락·가열 등 보호 규칙과 고밀도 반복은 유지한다. 이 결과가 앞 페이지의 정상 맥락 경보 30/48개를 모두 해결했다는 뜻은 아니다. 기본 정책은 shadow이며 모델 결합과 루틴 보정은 hybrid 설정에서 적용한다. 주기 재학습의 기본값 0은 비활성이다. 단위 시험 184개는 공통 계약을 연결한 별도 재실행에서 건너뛰기 없이 통과했다. 현재 소스의 전체 검증 7단계도 완료했다. 실제 내부 MQTT 브로커에서 중복 검토·정정·새 판단 PUBACK를 검증했지만 Central 이후 TTS·가전 출력 완료와 같은 의미는 아니다. 최신 Pi ARM64 재배포, 실가전 종단 시험, Flutter·백엔드의 학습용 검토 입력 연결과 실제 사용자 성능 평가는 아직 확인이 필요하다.</a:t>
            </a:r>
          </a:p>
          <a:p xmlns:a="http://schemas.openxmlformats.org/drawingml/2006/main">
            <a:r>
              <a:t/>
            </a:r>
          </a:p>
          <a:p xmlns:a="http://schemas.openxmlformats.org/drawingml/2006/main">
            <a:r>
              <a:t>근거</a:t>
            </a:r>
          </a:p>
          <a:p xmlns:a="http://schemas.openxmlformats.org/drawingml/2006/main">
            <a:r>
              <a:t>outputs/submission_20261022/verified/personalization/report.json</a:t>
            </a:r>
          </a:p>
          <a:p xmlns:a="http://schemas.openxmlformats.org/drawingml/2006/main">
            <a:r>
              <a:t>outputs/submission_20261022/verified/personalization/before_personalization.csv</a:t>
            </a:r>
          </a:p>
          <a:p xmlns:a="http://schemas.openxmlformats.org/drawingml/2006/main">
            <a:r>
              <a:t>outputs/submission_20261022/verified/personalization/after_personalization.csv</a:t>
            </a:r>
          </a:p>
          <a:p xmlns:a="http://schemas.openxmlformats.org/drawingml/2006/main">
            <a:r>
              <a:t>outputs/submission_20261022/verified_final_verification.json</a:t>
            </a:r>
          </a:p>
          <a:p xmlns:a="http://schemas.openxmlformats.org/drawingml/2006/main">
            <a:r>
              <a:t>src/ha_model_lifecycle.py</a:t>
            </a:r>
          </a:p>
          <a:p xmlns:a="http://schemas.openxmlformats.org/drawingml/2006/main">
            <a:r>
              <a:t>src/ha_personal_routine.py</a:t>
            </a:r>
          </a:p>
          <a:p xmlns:a="http://schemas.openxmlformats.org/drawingml/2006/main">
            <a:r>
              <a:t>src/ha_behavior_feedback.py</a:t>
            </a:r>
          </a:p>
          <a:p xmlns:a="http://schemas.openxmlformats.org/drawingml/2006/main">
            <a:r>
              <a:t>docs/TEAM_BEHAVIOR_FEEDBACK_20261022_KO.md</a:t>
            </a:r>
          </a:p>
          <a:p xmlns:a="http://schemas.openxmlformats.org/drawingml/2006/main">
            <a:r>
              <a:t/>
            </a:r>
          </a:p>
          <a:p xmlns:a="http://schemas.openxmlformats.org/drawingml/2006/main">
            <a:r>
              <a:t>검증 기록 기준일: 2026-10-22. 도표 재구성: 2026-10-23. 모든 행동·학습·검토 데이터는 합성 fixture이며 실제 치매환자 탐지 성능을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f007203dde4f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76559f67d0944a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adfd2ec7a147c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95ec5d0c79f40a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333b26fe979408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895163dbcbf45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F1F787-DBE6-43E9-AA20-1BAFBBE57553}"/>
              </a:ext>
            </a:extLst>
          </p:cNvPr>
          <p:cNvSpPr>
            <a:spLocks xmlns:a="http://schemas.openxmlformats.org/drawingml/2006/main" noGrp="1"/>
          </p:cNvSpPr>
          <p:nvPr>
            <p:ph type="title" idx="0"/>
          </p:nvPr>
        </p:nvSpPr>
        <p:spPr>
          <a:xfrm xmlns:a="http://schemas.openxmlformats.org/drawingml/2006/main">
            <a:off x="1371600" y="2914650"/>
            <a:ext cx="10972800" cy="11144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400" b="1">
                <a:solidFill>
                  <a:schemeClr val="tx1"/>
                </a:solidFill>
                <a:latin typeface="+mj-lt"/>
                <a:ea typeface="+mj-lt"/>
                <a:cs typeface="+mj-lt"/>
              </a:defRPr>
            </a:defPPr>
            <a:lvl1pPr marL="0" indent="0" algn="ctr">
              <a:lnSpc>
                <a:spcPct val="110000"/>
              </a:lnSpc>
              <a:spcBef>
                <a:spcPts val="0"/>
              </a:spcBef>
              <a:spcAft>
                <a:spcPts val="0"/>
              </a:spcAft>
              <a:buNone/>
              <a:defRPr sz="5400" b="1">
                <a:solidFill>
                  <a:schemeClr val="tx1"/>
                </a:solidFill>
                <a:latin typeface="+mj-lt"/>
                <a:ea typeface="+mj-lt"/>
                <a:cs typeface="+mj-lt"/>
              </a:defRPr>
            </a:lvl1pPr>
            <a:lvl2pPr marL="0" indent="0" algn="ctr">
              <a:lnSpc>
                <a:spcPct val="110000"/>
              </a:lnSpc>
              <a:spcBef>
                <a:spcPts val="0"/>
              </a:spcBef>
              <a:spcAft>
                <a:spcPts val="0"/>
              </a:spcAft>
              <a:buNone/>
              <a:defRPr sz="5400" b="1">
                <a:solidFill>
                  <a:schemeClr val="tx1"/>
                </a:solidFill>
                <a:latin typeface="+mj-lt"/>
                <a:ea typeface="+mj-lt"/>
                <a:cs typeface="+mj-lt"/>
              </a:defRPr>
            </a:lvl2pPr>
            <a:lvl3pPr marL="0" indent="0" algn="ctr">
              <a:lnSpc>
                <a:spcPct val="110000"/>
              </a:lnSpc>
              <a:spcBef>
                <a:spcPts val="0"/>
              </a:spcBef>
              <a:spcAft>
                <a:spcPts val="0"/>
              </a:spcAft>
              <a:buNone/>
              <a:defRPr sz="5400" b="1">
                <a:solidFill>
                  <a:schemeClr val="tx1"/>
                </a:solidFill>
                <a:latin typeface="+mj-lt"/>
                <a:ea typeface="+mj-lt"/>
                <a:cs typeface="+mj-lt"/>
              </a:defRPr>
            </a:lvl3pPr>
            <a:lvl4pPr marL="0" indent="0" algn="ctr">
              <a:lnSpc>
                <a:spcPct val="110000"/>
              </a:lnSpc>
              <a:spcBef>
                <a:spcPts val="0"/>
              </a:spcBef>
              <a:spcAft>
                <a:spcPts val="0"/>
              </a:spcAft>
              <a:buNone/>
              <a:defRPr sz="5400" b="1">
                <a:solidFill>
                  <a:schemeClr val="tx1"/>
                </a:solidFill>
                <a:latin typeface="+mj-lt"/>
                <a:ea typeface="+mj-lt"/>
                <a:cs typeface="+mj-lt"/>
              </a:defRPr>
            </a:lvl4pPr>
            <a:lvl5pPr marL="0" indent="0" algn="ctr">
              <a:lnSpc>
                <a:spcPct val="110000"/>
              </a:lnSpc>
              <a:spcBef>
                <a:spcPts val="0"/>
              </a:spcBef>
              <a:spcAft>
                <a:spcPts val="0"/>
              </a:spcAft>
              <a:buNone/>
              <a:defRPr sz="5400" b="1">
                <a:solidFill>
                  <a:schemeClr val="tx1"/>
                </a:solidFill>
                <a:latin typeface="+mj-lt"/>
                <a:ea typeface="+mj-lt"/>
                <a:cs typeface="+mj-lt"/>
              </a:defRPr>
            </a:lvl5pPr>
            <a:lvl6pPr marL="0" indent="0" algn="ctr">
              <a:lnSpc>
                <a:spcPct val="110000"/>
              </a:lnSpc>
              <a:spcBef>
                <a:spcPts val="0"/>
              </a:spcBef>
              <a:spcAft>
                <a:spcPts val="0"/>
              </a:spcAft>
              <a:buNone/>
              <a:defRPr sz="5400" b="1">
                <a:solidFill>
                  <a:schemeClr val="tx1"/>
                </a:solidFill>
                <a:latin typeface="+mj-lt"/>
                <a:ea typeface="+mj-lt"/>
                <a:cs typeface="+mj-lt"/>
              </a:defRPr>
            </a:lvl6pPr>
            <a:lvl7pPr marL="0" indent="0" algn="ctr">
              <a:lnSpc>
                <a:spcPct val="110000"/>
              </a:lnSpc>
              <a:spcBef>
                <a:spcPts val="0"/>
              </a:spcBef>
              <a:spcAft>
                <a:spcPts val="0"/>
              </a:spcAft>
              <a:buNone/>
              <a:defRPr sz="5400" b="1">
                <a:solidFill>
                  <a:schemeClr val="tx1"/>
                </a:solidFill>
                <a:latin typeface="+mj-lt"/>
                <a:ea typeface="+mj-lt"/>
                <a:cs typeface="+mj-lt"/>
              </a:defRPr>
            </a:lvl7pPr>
            <a:lvl8pPr marL="0" indent="0" algn="ctr">
              <a:lnSpc>
                <a:spcPct val="110000"/>
              </a:lnSpc>
              <a:spcBef>
                <a:spcPts val="0"/>
              </a:spcBef>
              <a:spcAft>
                <a:spcPts val="0"/>
              </a:spcAft>
              <a:buNone/>
              <a:defRPr sz="5400" b="1">
                <a:solidFill>
                  <a:schemeClr val="tx1"/>
                </a:solidFill>
                <a:latin typeface="+mj-lt"/>
                <a:ea typeface="+mj-lt"/>
                <a:cs typeface="+mj-lt"/>
              </a:defRPr>
            </a:lvl8pPr>
            <a:lvl9pPr marL="0" indent="0" algn="ctr">
              <a:lnSpc>
                <a:spcPct val="110000"/>
              </a:lnSpc>
              <a:spcBef>
                <a:spcPts val="0"/>
              </a:spcBef>
              <a:spcAft>
                <a:spcPts val="0"/>
              </a:spcAft>
              <a:buNone/>
              <a:defRPr sz="54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9906D6-6270-46E2-B420-7249C86B5738}"/>
              </a:ext>
            </a:extLst>
          </p:cNvPr>
          <p:cNvSpPr>
            <a:spLocks xmlns:a="http://schemas.openxmlformats.org/drawingml/2006/main" noGrp="1"/>
          </p:cNvSpPr>
          <p:nvPr>
            <p:ph type="subTitle" idx="1"/>
          </p:nvPr>
        </p:nvSpPr>
        <p:spPr>
          <a:xfrm xmlns:a="http://schemas.openxmlformats.org/drawingml/2006/main">
            <a:off x="2057400" y="4243388"/>
            <a:ext cx="9601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363" b="0">
                <a:solidFill>
                  <a:schemeClr val="tx1"/>
                </a:solidFill>
                <a:latin typeface="+mn-lt"/>
                <a:ea typeface="+mn-lt"/>
                <a:cs typeface="+mn-lt"/>
              </a:defRPr>
            </a:defPPr>
            <a:lvl1pPr marL="0" indent="0" algn="ctr">
              <a:lnSpc>
                <a:spcPct val="110000"/>
              </a:lnSpc>
              <a:spcBef>
                <a:spcPts val="0"/>
              </a:spcBef>
              <a:spcAft>
                <a:spcPts val="0"/>
              </a:spcAft>
              <a:buNone/>
              <a:defRPr sz="2363" b="0">
                <a:solidFill>
                  <a:schemeClr val="tx1"/>
                </a:solidFill>
                <a:latin typeface="+mn-lt"/>
                <a:ea typeface="+mn-lt"/>
                <a:cs typeface="+mn-lt"/>
              </a:defRPr>
            </a:lvl1pPr>
            <a:lvl2pPr marL="0" indent="0" algn="ctr">
              <a:lnSpc>
                <a:spcPct val="110000"/>
              </a:lnSpc>
              <a:spcBef>
                <a:spcPts val="0"/>
              </a:spcBef>
              <a:spcAft>
                <a:spcPts val="0"/>
              </a:spcAft>
              <a:buNone/>
              <a:defRPr sz="2363" b="0">
                <a:solidFill>
                  <a:schemeClr val="tx1"/>
                </a:solidFill>
                <a:latin typeface="+mn-lt"/>
                <a:ea typeface="+mn-lt"/>
                <a:cs typeface="+mn-lt"/>
              </a:defRPr>
            </a:lvl2pPr>
            <a:lvl3pPr marL="0" indent="0" algn="ctr">
              <a:lnSpc>
                <a:spcPct val="110000"/>
              </a:lnSpc>
              <a:spcBef>
                <a:spcPts val="0"/>
              </a:spcBef>
              <a:spcAft>
                <a:spcPts val="0"/>
              </a:spcAft>
              <a:buNone/>
              <a:defRPr sz="2363" b="0">
                <a:solidFill>
                  <a:schemeClr val="tx1"/>
                </a:solidFill>
                <a:latin typeface="+mn-lt"/>
                <a:ea typeface="+mn-lt"/>
                <a:cs typeface="+mn-lt"/>
              </a:defRPr>
            </a:lvl3pPr>
            <a:lvl4pPr marL="0" indent="0" algn="ctr">
              <a:lnSpc>
                <a:spcPct val="110000"/>
              </a:lnSpc>
              <a:spcBef>
                <a:spcPts val="0"/>
              </a:spcBef>
              <a:spcAft>
                <a:spcPts val="0"/>
              </a:spcAft>
              <a:buNone/>
              <a:defRPr sz="2363" b="0">
                <a:solidFill>
                  <a:schemeClr val="tx1"/>
                </a:solidFill>
                <a:latin typeface="+mn-lt"/>
                <a:ea typeface="+mn-lt"/>
                <a:cs typeface="+mn-lt"/>
              </a:defRPr>
            </a:lvl4pPr>
            <a:lvl5pPr marL="0" indent="0" algn="ctr">
              <a:lnSpc>
                <a:spcPct val="110000"/>
              </a:lnSpc>
              <a:spcBef>
                <a:spcPts val="0"/>
              </a:spcBef>
              <a:spcAft>
                <a:spcPts val="0"/>
              </a:spcAft>
              <a:buNone/>
              <a:defRPr sz="2363" b="0">
                <a:solidFill>
                  <a:schemeClr val="tx1"/>
                </a:solidFill>
                <a:latin typeface="+mn-lt"/>
                <a:ea typeface="+mn-lt"/>
                <a:cs typeface="+mn-lt"/>
              </a:defRPr>
            </a:lvl5pPr>
            <a:lvl6pPr marL="0" indent="0" algn="ctr">
              <a:lnSpc>
                <a:spcPct val="110000"/>
              </a:lnSpc>
              <a:spcBef>
                <a:spcPts val="0"/>
              </a:spcBef>
              <a:spcAft>
                <a:spcPts val="0"/>
              </a:spcAft>
              <a:buNone/>
              <a:defRPr sz="2363" b="0">
                <a:solidFill>
                  <a:schemeClr val="tx1"/>
                </a:solidFill>
                <a:latin typeface="+mn-lt"/>
                <a:ea typeface="+mn-lt"/>
                <a:cs typeface="+mn-lt"/>
              </a:defRPr>
            </a:lvl6pPr>
            <a:lvl7pPr marL="0" indent="0" algn="ctr">
              <a:lnSpc>
                <a:spcPct val="110000"/>
              </a:lnSpc>
              <a:spcBef>
                <a:spcPts val="0"/>
              </a:spcBef>
              <a:spcAft>
                <a:spcPts val="0"/>
              </a:spcAft>
              <a:buNone/>
              <a:defRPr sz="2363" b="0">
                <a:solidFill>
                  <a:schemeClr val="tx1"/>
                </a:solidFill>
                <a:latin typeface="+mn-lt"/>
                <a:ea typeface="+mn-lt"/>
                <a:cs typeface="+mn-lt"/>
              </a:defRPr>
            </a:lvl7pPr>
            <a:lvl8pPr marL="0" indent="0" algn="ctr">
              <a:lnSpc>
                <a:spcPct val="110000"/>
              </a:lnSpc>
              <a:spcBef>
                <a:spcPts val="0"/>
              </a:spcBef>
              <a:spcAft>
                <a:spcPts val="0"/>
              </a:spcAft>
              <a:buNone/>
              <a:defRPr sz="2363" b="0">
                <a:solidFill>
                  <a:schemeClr val="tx1"/>
                </a:solidFill>
                <a:latin typeface="+mn-lt"/>
                <a:ea typeface="+mn-lt"/>
                <a:cs typeface="+mn-lt"/>
              </a:defRPr>
            </a:lvl8pPr>
            <a:lvl9pPr marL="0" indent="0" algn="ctr">
              <a:lnSpc>
                <a:spcPct val="110000"/>
              </a:lnSpc>
              <a:spcBef>
                <a:spcPts val="0"/>
              </a:spcBef>
              <a:spcAft>
                <a:spcPts val="0"/>
              </a:spcAft>
              <a:buNone/>
              <a:defRPr sz="2363"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8B6D51E-4D6B-472C-BCAA-4CE9C132FFBE}"/>
              </a:ext>
            </a:extLst>
          </p:cNvPr>
          <p:cNvSpPr>
            <a:spLocks xmlns:a="http://schemas.openxmlformats.org/drawingml/2006/main" noGrp="1"/>
          </p:cNvSpPr>
          <p:nvPr>
            <p:ph type="title" idx="0"/>
          </p:nvPr>
        </p:nvSpPr>
        <p:spPr>
          <a:xfrm xmlns:a="http://schemas.openxmlformats.org/drawingml/2006/main">
            <a:off x="1371600" y="3214688"/>
            <a:ext cx="10972800" cy="12858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725" b="1">
                <a:solidFill>
                  <a:schemeClr val="tx1"/>
                </a:solidFill>
                <a:latin typeface="+mj-lt"/>
                <a:ea typeface="+mj-lt"/>
                <a:cs typeface="+mj-lt"/>
              </a:defRPr>
            </a:defPPr>
            <a:lvl1pPr marL="0" indent="0" algn="ctr">
              <a:lnSpc>
                <a:spcPct val="110000"/>
              </a:lnSpc>
              <a:spcBef>
                <a:spcPts val="0"/>
              </a:spcBef>
              <a:spcAft>
                <a:spcPts val="0"/>
              </a:spcAft>
              <a:buNone/>
              <a:defRPr sz="4725" b="1">
                <a:solidFill>
                  <a:schemeClr val="tx1"/>
                </a:solidFill>
                <a:latin typeface="+mj-lt"/>
                <a:ea typeface="+mj-lt"/>
                <a:cs typeface="+mj-lt"/>
              </a:defRPr>
            </a:lvl1pPr>
            <a:lvl2pPr marL="0" indent="0" algn="ctr">
              <a:lnSpc>
                <a:spcPct val="110000"/>
              </a:lnSpc>
              <a:spcBef>
                <a:spcPts val="0"/>
              </a:spcBef>
              <a:spcAft>
                <a:spcPts val="0"/>
              </a:spcAft>
              <a:buNone/>
              <a:defRPr sz="4725" b="1">
                <a:solidFill>
                  <a:schemeClr val="tx1"/>
                </a:solidFill>
                <a:latin typeface="+mj-lt"/>
                <a:ea typeface="+mj-lt"/>
                <a:cs typeface="+mj-lt"/>
              </a:defRPr>
            </a:lvl2pPr>
            <a:lvl3pPr marL="0" indent="0" algn="ctr">
              <a:lnSpc>
                <a:spcPct val="110000"/>
              </a:lnSpc>
              <a:spcBef>
                <a:spcPts val="0"/>
              </a:spcBef>
              <a:spcAft>
                <a:spcPts val="0"/>
              </a:spcAft>
              <a:buNone/>
              <a:defRPr sz="4725" b="1">
                <a:solidFill>
                  <a:schemeClr val="tx1"/>
                </a:solidFill>
                <a:latin typeface="+mj-lt"/>
                <a:ea typeface="+mj-lt"/>
                <a:cs typeface="+mj-lt"/>
              </a:defRPr>
            </a:lvl3pPr>
            <a:lvl4pPr marL="0" indent="0" algn="ctr">
              <a:lnSpc>
                <a:spcPct val="110000"/>
              </a:lnSpc>
              <a:spcBef>
                <a:spcPts val="0"/>
              </a:spcBef>
              <a:spcAft>
                <a:spcPts val="0"/>
              </a:spcAft>
              <a:buNone/>
              <a:defRPr sz="4725" b="1">
                <a:solidFill>
                  <a:schemeClr val="tx1"/>
                </a:solidFill>
                <a:latin typeface="+mj-lt"/>
                <a:ea typeface="+mj-lt"/>
                <a:cs typeface="+mj-lt"/>
              </a:defRPr>
            </a:lvl4pPr>
            <a:lvl5pPr marL="0" indent="0" algn="ctr">
              <a:lnSpc>
                <a:spcPct val="110000"/>
              </a:lnSpc>
              <a:spcBef>
                <a:spcPts val="0"/>
              </a:spcBef>
              <a:spcAft>
                <a:spcPts val="0"/>
              </a:spcAft>
              <a:buNone/>
              <a:defRPr sz="4725" b="1">
                <a:solidFill>
                  <a:schemeClr val="tx1"/>
                </a:solidFill>
                <a:latin typeface="+mj-lt"/>
                <a:ea typeface="+mj-lt"/>
                <a:cs typeface="+mj-lt"/>
              </a:defRPr>
            </a:lvl5pPr>
            <a:lvl6pPr marL="0" indent="0" algn="ctr">
              <a:lnSpc>
                <a:spcPct val="110000"/>
              </a:lnSpc>
              <a:spcBef>
                <a:spcPts val="0"/>
              </a:spcBef>
              <a:spcAft>
                <a:spcPts val="0"/>
              </a:spcAft>
              <a:buNone/>
              <a:defRPr sz="4725" b="1">
                <a:solidFill>
                  <a:schemeClr val="tx1"/>
                </a:solidFill>
                <a:latin typeface="+mj-lt"/>
                <a:ea typeface="+mj-lt"/>
                <a:cs typeface="+mj-lt"/>
              </a:defRPr>
            </a:lvl6pPr>
            <a:lvl7pPr marL="0" indent="0" algn="ctr">
              <a:lnSpc>
                <a:spcPct val="110000"/>
              </a:lnSpc>
              <a:spcBef>
                <a:spcPts val="0"/>
              </a:spcBef>
              <a:spcAft>
                <a:spcPts val="0"/>
              </a:spcAft>
              <a:buNone/>
              <a:defRPr sz="4725" b="1">
                <a:solidFill>
                  <a:schemeClr val="tx1"/>
                </a:solidFill>
                <a:latin typeface="+mj-lt"/>
                <a:ea typeface="+mj-lt"/>
                <a:cs typeface="+mj-lt"/>
              </a:defRPr>
            </a:lvl7pPr>
            <a:lvl8pPr marL="0" indent="0" algn="ctr">
              <a:lnSpc>
                <a:spcPct val="110000"/>
              </a:lnSpc>
              <a:spcBef>
                <a:spcPts val="0"/>
              </a:spcBef>
              <a:spcAft>
                <a:spcPts val="0"/>
              </a:spcAft>
              <a:buNone/>
              <a:defRPr sz="4725" b="1">
                <a:solidFill>
                  <a:schemeClr val="tx1"/>
                </a:solidFill>
                <a:latin typeface="+mj-lt"/>
                <a:ea typeface="+mj-lt"/>
                <a:cs typeface="+mj-lt"/>
              </a:defRPr>
            </a:lvl8pPr>
            <a:lvl9pPr marL="0" indent="0" algn="ctr">
              <a:lnSpc>
                <a:spcPct val="110000"/>
              </a:lnSpc>
              <a:spcBef>
                <a:spcPts val="0"/>
              </a:spcBef>
              <a:spcAft>
                <a:spcPts val="0"/>
              </a:spcAft>
              <a:buNone/>
              <a:defRPr sz="4725"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D021BD-46C6-458B-BA7C-18E441B8D7C7}"/>
              </a:ext>
            </a:extLst>
          </p:cNvPr>
          <p:cNvSpPr>
            <a:spLocks xmlns:a="http://schemas.openxmlformats.org/drawingml/2006/main" noGrp="1"/>
          </p:cNvSpPr>
          <p:nvPr>
            <p:ph type="title" idx="0"/>
          </p:nvPr>
        </p:nvSpPr>
        <p:spPr>
          <a:xfrm xmlns:a="http://schemas.openxmlformats.org/drawingml/2006/main">
            <a:off x="771525" y="600075"/>
            <a:ext cx="1217295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3" b="1">
                <a:solidFill>
                  <a:schemeClr val="tx1"/>
                </a:solidFill>
                <a:latin typeface="+mj-lt"/>
                <a:ea typeface="+mj-lt"/>
                <a:cs typeface="+mj-lt"/>
              </a:defRPr>
            </a:defPPr>
            <a:lvl1pPr marL="0" indent="0" algn="l">
              <a:lnSpc>
                <a:spcPct val="110000"/>
              </a:lnSpc>
              <a:spcBef>
                <a:spcPts val="0"/>
              </a:spcBef>
              <a:spcAft>
                <a:spcPts val="0"/>
              </a:spcAft>
              <a:buNone/>
              <a:defRPr sz="3713" b="1">
                <a:solidFill>
                  <a:schemeClr val="tx1"/>
                </a:solidFill>
                <a:latin typeface="+mj-lt"/>
                <a:ea typeface="+mj-lt"/>
                <a:cs typeface="+mj-lt"/>
              </a:defRPr>
            </a:lvl1pPr>
            <a:lvl2pPr marL="0" indent="0" algn="l">
              <a:lnSpc>
                <a:spcPct val="110000"/>
              </a:lnSpc>
              <a:spcBef>
                <a:spcPts val="0"/>
              </a:spcBef>
              <a:spcAft>
                <a:spcPts val="0"/>
              </a:spcAft>
              <a:buNone/>
              <a:defRPr sz="3713" b="1">
                <a:solidFill>
                  <a:schemeClr val="tx1"/>
                </a:solidFill>
                <a:latin typeface="+mj-lt"/>
                <a:ea typeface="+mj-lt"/>
                <a:cs typeface="+mj-lt"/>
              </a:defRPr>
            </a:lvl2pPr>
            <a:lvl3pPr marL="0" indent="0" algn="l">
              <a:lnSpc>
                <a:spcPct val="110000"/>
              </a:lnSpc>
              <a:spcBef>
                <a:spcPts val="0"/>
              </a:spcBef>
              <a:spcAft>
                <a:spcPts val="0"/>
              </a:spcAft>
              <a:buNone/>
              <a:defRPr sz="3713" b="1">
                <a:solidFill>
                  <a:schemeClr val="tx1"/>
                </a:solidFill>
                <a:latin typeface="+mj-lt"/>
                <a:ea typeface="+mj-lt"/>
                <a:cs typeface="+mj-lt"/>
              </a:defRPr>
            </a:lvl3pPr>
            <a:lvl4pPr marL="0" indent="0" algn="l">
              <a:lnSpc>
                <a:spcPct val="110000"/>
              </a:lnSpc>
              <a:spcBef>
                <a:spcPts val="0"/>
              </a:spcBef>
              <a:spcAft>
                <a:spcPts val="0"/>
              </a:spcAft>
              <a:buNone/>
              <a:defRPr sz="3713" b="1">
                <a:solidFill>
                  <a:schemeClr val="tx1"/>
                </a:solidFill>
                <a:latin typeface="+mj-lt"/>
                <a:ea typeface="+mj-lt"/>
                <a:cs typeface="+mj-lt"/>
              </a:defRPr>
            </a:lvl4pPr>
            <a:lvl5pPr marL="0" indent="0" algn="l">
              <a:lnSpc>
                <a:spcPct val="110000"/>
              </a:lnSpc>
              <a:spcBef>
                <a:spcPts val="0"/>
              </a:spcBef>
              <a:spcAft>
                <a:spcPts val="0"/>
              </a:spcAft>
              <a:buNone/>
              <a:defRPr sz="3713" b="1">
                <a:solidFill>
                  <a:schemeClr val="tx1"/>
                </a:solidFill>
                <a:latin typeface="+mj-lt"/>
                <a:ea typeface="+mj-lt"/>
                <a:cs typeface="+mj-lt"/>
              </a:defRPr>
            </a:lvl5pPr>
            <a:lvl6pPr marL="0" indent="0" algn="l">
              <a:lnSpc>
                <a:spcPct val="110000"/>
              </a:lnSpc>
              <a:spcBef>
                <a:spcPts val="0"/>
              </a:spcBef>
              <a:spcAft>
                <a:spcPts val="0"/>
              </a:spcAft>
              <a:buNone/>
              <a:defRPr sz="3713" b="1">
                <a:solidFill>
                  <a:schemeClr val="tx1"/>
                </a:solidFill>
                <a:latin typeface="+mj-lt"/>
                <a:ea typeface="+mj-lt"/>
                <a:cs typeface="+mj-lt"/>
              </a:defRPr>
            </a:lvl6pPr>
            <a:lvl7pPr marL="0" indent="0" algn="l">
              <a:lnSpc>
                <a:spcPct val="110000"/>
              </a:lnSpc>
              <a:spcBef>
                <a:spcPts val="0"/>
              </a:spcBef>
              <a:spcAft>
                <a:spcPts val="0"/>
              </a:spcAft>
              <a:buNone/>
              <a:defRPr sz="3713" b="1">
                <a:solidFill>
                  <a:schemeClr val="tx1"/>
                </a:solidFill>
                <a:latin typeface="+mj-lt"/>
                <a:ea typeface="+mj-lt"/>
                <a:cs typeface="+mj-lt"/>
              </a:defRPr>
            </a:lvl7pPr>
            <a:lvl8pPr marL="0" indent="0" algn="l">
              <a:lnSpc>
                <a:spcPct val="110000"/>
              </a:lnSpc>
              <a:spcBef>
                <a:spcPts val="0"/>
              </a:spcBef>
              <a:spcAft>
                <a:spcPts val="0"/>
              </a:spcAft>
              <a:buNone/>
              <a:defRPr sz="3713" b="1">
                <a:solidFill>
                  <a:schemeClr val="tx1"/>
                </a:solidFill>
                <a:latin typeface="+mj-lt"/>
                <a:ea typeface="+mj-lt"/>
                <a:cs typeface="+mj-lt"/>
              </a:defRPr>
            </a:lvl8pPr>
            <a:lvl9pPr marL="0" indent="0" algn="l">
              <a:lnSpc>
                <a:spcPct val="110000"/>
              </a:lnSpc>
              <a:spcBef>
                <a:spcPts val="0"/>
              </a:spcBef>
              <a:spcAft>
                <a:spcPts val="0"/>
              </a:spcAft>
              <a:buNone/>
              <a:defRPr sz="3713"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73E4692-25D7-44DD-9519-19FABFE1A6DF}"/>
              </a:ext>
            </a:extLst>
          </p:cNvPr>
          <p:cNvSpPr>
            <a:spLocks xmlns:a="http://schemas.openxmlformats.org/drawingml/2006/main" noGrp="1"/>
          </p:cNvSpPr>
          <p:nvPr>
            <p:ph type="body" idx="1"/>
          </p:nvPr>
        </p:nvSpPr>
        <p:spPr>
          <a:xfrm xmlns:a="http://schemas.openxmlformats.org/drawingml/2006/main">
            <a:off x="771525" y="2143125"/>
            <a:ext cx="121729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75" indent="-257175" algn="l">
              <a:lnSpc>
                <a:spcPct val="110000"/>
              </a:lnSpc>
              <a:spcBef>
                <a:spcPts val="0"/>
              </a:spcBef>
              <a:spcAft>
                <a:spcPts val="1350"/>
              </a:spcAft>
              <a:buChar char="•"/>
              <a:defRPr sz="2531" b="0">
                <a:solidFill>
                  <a:schemeClr val="tx1"/>
                </a:solidFill>
                <a:latin typeface="+mn-lt"/>
                <a:ea typeface="+mn-lt"/>
                <a:cs typeface="+mn-lt"/>
              </a:defRPr>
            </a:lvl1pPr>
            <a:lvl2pPr marL="600075" indent="-257175" algn="l">
              <a:lnSpc>
                <a:spcPct val="110000"/>
              </a:lnSpc>
              <a:spcBef>
                <a:spcPts val="0"/>
              </a:spcBef>
              <a:spcAft>
                <a:spcPts val="1350"/>
              </a:spcAft>
              <a:buChar char="•"/>
              <a:defRPr sz="2531" b="0">
                <a:solidFill>
                  <a:schemeClr val="tx1"/>
                </a:solidFill>
                <a:latin typeface="+mn-lt"/>
                <a:ea typeface="+mn-lt"/>
                <a:cs typeface="+mn-lt"/>
              </a:defRPr>
            </a:lvl2pPr>
            <a:lvl3pPr marL="942975" indent="-257175" algn="l">
              <a:lnSpc>
                <a:spcPct val="110000"/>
              </a:lnSpc>
              <a:spcBef>
                <a:spcPts val="0"/>
              </a:spcBef>
              <a:spcAft>
                <a:spcPts val="1350"/>
              </a:spcAft>
              <a:buChar char="•"/>
              <a:defRPr sz="2531" b="0">
                <a:solidFill>
                  <a:schemeClr val="tx1"/>
                </a:solidFill>
                <a:latin typeface="+mn-lt"/>
                <a:ea typeface="+mn-lt"/>
                <a:cs typeface="+mn-lt"/>
              </a:defRPr>
            </a:lvl3pPr>
            <a:lvl4pPr marL="1285875" indent="-257175" algn="l">
              <a:lnSpc>
                <a:spcPct val="110000"/>
              </a:lnSpc>
              <a:spcBef>
                <a:spcPts val="0"/>
              </a:spcBef>
              <a:spcAft>
                <a:spcPts val="1350"/>
              </a:spcAft>
              <a:buChar char="•"/>
              <a:defRPr sz="2531" b="0">
                <a:solidFill>
                  <a:schemeClr val="tx1"/>
                </a:solidFill>
                <a:latin typeface="+mn-lt"/>
                <a:ea typeface="+mn-lt"/>
                <a:cs typeface="+mn-lt"/>
              </a:defRPr>
            </a:lvl4pPr>
            <a:lvl5pPr marL="1628775" indent="-257175" algn="l">
              <a:lnSpc>
                <a:spcPct val="110000"/>
              </a:lnSpc>
              <a:spcBef>
                <a:spcPts val="0"/>
              </a:spcBef>
              <a:spcAft>
                <a:spcPts val="1350"/>
              </a:spcAft>
              <a:buChar char="•"/>
              <a:defRPr sz="2531" b="0">
                <a:solidFill>
                  <a:schemeClr val="tx1"/>
                </a:solidFill>
                <a:latin typeface="+mn-lt"/>
                <a:ea typeface="+mn-lt"/>
                <a:cs typeface="+mn-lt"/>
              </a:defRPr>
            </a:lvl5pPr>
            <a:lvl6pPr marL="1971675" indent="-257175" algn="l">
              <a:lnSpc>
                <a:spcPct val="110000"/>
              </a:lnSpc>
              <a:spcBef>
                <a:spcPts val="0"/>
              </a:spcBef>
              <a:spcAft>
                <a:spcPts val="1350"/>
              </a:spcAft>
              <a:buChar char="•"/>
              <a:defRPr sz="2531" b="0">
                <a:solidFill>
                  <a:schemeClr val="tx1"/>
                </a:solidFill>
                <a:latin typeface="+mn-lt"/>
                <a:ea typeface="+mn-lt"/>
                <a:cs typeface="+mn-lt"/>
              </a:defRPr>
            </a:lvl6pPr>
            <a:lvl7pPr marL="2314575" indent="-257175" algn="l">
              <a:lnSpc>
                <a:spcPct val="110000"/>
              </a:lnSpc>
              <a:spcBef>
                <a:spcPts val="0"/>
              </a:spcBef>
              <a:spcAft>
                <a:spcPts val="1350"/>
              </a:spcAft>
              <a:buChar char="•"/>
              <a:defRPr sz="2531" b="0">
                <a:solidFill>
                  <a:schemeClr val="tx1"/>
                </a:solidFill>
                <a:latin typeface="+mn-lt"/>
                <a:ea typeface="+mn-lt"/>
                <a:cs typeface="+mn-lt"/>
              </a:defRPr>
            </a:lvl7pPr>
            <a:lvl8pPr marL="2657475" indent="-257175" algn="l">
              <a:lnSpc>
                <a:spcPct val="110000"/>
              </a:lnSpc>
              <a:spcBef>
                <a:spcPts val="0"/>
              </a:spcBef>
              <a:spcAft>
                <a:spcPts val="1350"/>
              </a:spcAft>
              <a:buChar char="•"/>
              <a:defRPr sz="2531" b="0">
                <a:solidFill>
                  <a:schemeClr val="tx1"/>
                </a:solidFill>
                <a:latin typeface="+mn-lt"/>
                <a:ea typeface="+mn-lt"/>
                <a:cs typeface="+mn-lt"/>
              </a:defRPr>
            </a:lvl8pPr>
            <a:lvl9pPr marL="3000375" indent="-25717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5DD02E3-8A7B-4D34-843F-ED90796A8599}"/>
              </a:ext>
            </a:extLst>
          </p:cNvPr>
          <p:cNvSpPr>
            <a:spLocks xmlns:a="http://schemas.openxmlformats.org/drawingml/2006/main" noGrp="1"/>
          </p:cNvSpPr>
          <p:nvPr>
            <p:ph type="title" idx="0"/>
          </p:nvPr>
        </p:nvSpPr>
        <p:spPr>
          <a:xfrm xmlns:a="http://schemas.openxmlformats.org/drawingml/2006/main">
            <a:off x="771525" y="600075"/>
            <a:ext cx="1217295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3" b="1">
                <a:solidFill>
                  <a:schemeClr val="tx1"/>
                </a:solidFill>
                <a:latin typeface="+mj-lt"/>
                <a:ea typeface="+mj-lt"/>
                <a:cs typeface="+mj-lt"/>
              </a:defRPr>
            </a:defPPr>
            <a:lvl1pPr marL="0" indent="0" algn="l">
              <a:lnSpc>
                <a:spcPct val="110000"/>
              </a:lnSpc>
              <a:spcBef>
                <a:spcPts val="0"/>
              </a:spcBef>
              <a:spcAft>
                <a:spcPts val="0"/>
              </a:spcAft>
              <a:buNone/>
              <a:defRPr sz="3713" b="1">
                <a:solidFill>
                  <a:schemeClr val="tx1"/>
                </a:solidFill>
                <a:latin typeface="+mj-lt"/>
                <a:ea typeface="+mj-lt"/>
                <a:cs typeface="+mj-lt"/>
              </a:defRPr>
            </a:lvl1pPr>
            <a:lvl2pPr marL="0" indent="0" algn="l">
              <a:lnSpc>
                <a:spcPct val="110000"/>
              </a:lnSpc>
              <a:spcBef>
                <a:spcPts val="0"/>
              </a:spcBef>
              <a:spcAft>
                <a:spcPts val="0"/>
              </a:spcAft>
              <a:buNone/>
              <a:defRPr sz="3713" b="1">
                <a:solidFill>
                  <a:schemeClr val="tx1"/>
                </a:solidFill>
                <a:latin typeface="+mj-lt"/>
                <a:ea typeface="+mj-lt"/>
                <a:cs typeface="+mj-lt"/>
              </a:defRPr>
            </a:lvl2pPr>
            <a:lvl3pPr marL="0" indent="0" algn="l">
              <a:lnSpc>
                <a:spcPct val="110000"/>
              </a:lnSpc>
              <a:spcBef>
                <a:spcPts val="0"/>
              </a:spcBef>
              <a:spcAft>
                <a:spcPts val="0"/>
              </a:spcAft>
              <a:buNone/>
              <a:defRPr sz="3713" b="1">
                <a:solidFill>
                  <a:schemeClr val="tx1"/>
                </a:solidFill>
                <a:latin typeface="+mj-lt"/>
                <a:ea typeface="+mj-lt"/>
                <a:cs typeface="+mj-lt"/>
              </a:defRPr>
            </a:lvl3pPr>
            <a:lvl4pPr marL="0" indent="0" algn="l">
              <a:lnSpc>
                <a:spcPct val="110000"/>
              </a:lnSpc>
              <a:spcBef>
                <a:spcPts val="0"/>
              </a:spcBef>
              <a:spcAft>
                <a:spcPts val="0"/>
              </a:spcAft>
              <a:buNone/>
              <a:defRPr sz="3713" b="1">
                <a:solidFill>
                  <a:schemeClr val="tx1"/>
                </a:solidFill>
                <a:latin typeface="+mj-lt"/>
                <a:ea typeface="+mj-lt"/>
                <a:cs typeface="+mj-lt"/>
              </a:defRPr>
            </a:lvl4pPr>
            <a:lvl5pPr marL="0" indent="0" algn="l">
              <a:lnSpc>
                <a:spcPct val="110000"/>
              </a:lnSpc>
              <a:spcBef>
                <a:spcPts val="0"/>
              </a:spcBef>
              <a:spcAft>
                <a:spcPts val="0"/>
              </a:spcAft>
              <a:buNone/>
              <a:defRPr sz="3713" b="1">
                <a:solidFill>
                  <a:schemeClr val="tx1"/>
                </a:solidFill>
                <a:latin typeface="+mj-lt"/>
                <a:ea typeface="+mj-lt"/>
                <a:cs typeface="+mj-lt"/>
              </a:defRPr>
            </a:lvl5pPr>
            <a:lvl6pPr marL="0" indent="0" algn="l">
              <a:lnSpc>
                <a:spcPct val="110000"/>
              </a:lnSpc>
              <a:spcBef>
                <a:spcPts val="0"/>
              </a:spcBef>
              <a:spcAft>
                <a:spcPts val="0"/>
              </a:spcAft>
              <a:buNone/>
              <a:defRPr sz="3713" b="1">
                <a:solidFill>
                  <a:schemeClr val="tx1"/>
                </a:solidFill>
                <a:latin typeface="+mj-lt"/>
                <a:ea typeface="+mj-lt"/>
                <a:cs typeface="+mj-lt"/>
              </a:defRPr>
            </a:lvl6pPr>
            <a:lvl7pPr marL="0" indent="0" algn="l">
              <a:lnSpc>
                <a:spcPct val="110000"/>
              </a:lnSpc>
              <a:spcBef>
                <a:spcPts val="0"/>
              </a:spcBef>
              <a:spcAft>
                <a:spcPts val="0"/>
              </a:spcAft>
              <a:buNone/>
              <a:defRPr sz="3713" b="1">
                <a:solidFill>
                  <a:schemeClr val="tx1"/>
                </a:solidFill>
                <a:latin typeface="+mj-lt"/>
                <a:ea typeface="+mj-lt"/>
                <a:cs typeface="+mj-lt"/>
              </a:defRPr>
            </a:lvl7pPr>
            <a:lvl8pPr marL="0" indent="0" algn="l">
              <a:lnSpc>
                <a:spcPct val="110000"/>
              </a:lnSpc>
              <a:spcBef>
                <a:spcPts val="0"/>
              </a:spcBef>
              <a:spcAft>
                <a:spcPts val="0"/>
              </a:spcAft>
              <a:buNone/>
              <a:defRPr sz="3713" b="1">
                <a:solidFill>
                  <a:schemeClr val="tx1"/>
                </a:solidFill>
                <a:latin typeface="+mj-lt"/>
                <a:ea typeface="+mj-lt"/>
                <a:cs typeface="+mj-lt"/>
              </a:defRPr>
            </a:lvl8pPr>
            <a:lvl9pPr marL="0" indent="0" algn="l">
              <a:lnSpc>
                <a:spcPct val="110000"/>
              </a:lnSpc>
              <a:spcBef>
                <a:spcPts val="0"/>
              </a:spcBef>
              <a:spcAft>
                <a:spcPts val="0"/>
              </a:spcAft>
              <a:buNone/>
              <a:defRPr sz="371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B17871-731C-4860-B353-1717284984E2}"/>
              </a:ext>
            </a:extLst>
          </p:cNvPr>
          <p:cNvSpPr>
            <a:spLocks xmlns:a="http://schemas.openxmlformats.org/drawingml/2006/main" noGrp="1"/>
          </p:cNvSpPr>
          <p:nvPr>
            <p:ph type="body" idx="1"/>
          </p:nvPr>
        </p:nvSpPr>
        <p:spPr>
          <a:xfrm xmlns:a="http://schemas.openxmlformats.org/drawingml/2006/main">
            <a:off x="771525" y="2143125"/>
            <a:ext cx="56578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3" b="0">
                <a:solidFill>
                  <a:schemeClr val="tx1"/>
                </a:solidFill>
                <a:latin typeface="+mn-lt"/>
                <a:ea typeface="+mn-lt"/>
                <a:cs typeface="+mn-lt"/>
              </a:defRPr>
            </a:defPPr>
            <a:lvl1pPr marL="257175" indent="-257175" algn="l">
              <a:lnSpc>
                <a:spcPct val="110000"/>
              </a:lnSpc>
              <a:spcBef>
                <a:spcPts val="0"/>
              </a:spcBef>
              <a:spcAft>
                <a:spcPts val="1350"/>
              </a:spcAft>
              <a:buChar char="•"/>
              <a:defRPr sz="2363" b="0">
                <a:solidFill>
                  <a:schemeClr val="tx1"/>
                </a:solidFill>
                <a:latin typeface="+mn-lt"/>
                <a:ea typeface="+mn-lt"/>
                <a:cs typeface="+mn-lt"/>
              </a:defRPr>
            </a:lvl1pPr>
            <a:lvl2pPr marL="600075" indent="-257175" algn="l">
              <a:lnSpc>
                <a:spcPct val="110000"/>
              </a:lnSpc>
              <a:spcBef>
                <a:spcPts val="0"/>
              </a:spcBef>
              <a:spcAft>
                <a:spcPts val="1350"/>
              </a:spcAft>
              <a:buChar char="•"/>
              <a:defRPr sz="2363" b="0">
                <a:solidFill>
                  <a:schemeClr val="tx1"/>
                </a:solidFill>
                <a:latin typeface="+mn-lt"/>
                <a:ea typeface="+mn-lt"/>
                <a:cs typeface="+mn-lt"/>
              </a:defRPr>
            </a:lvl2pPr>
            <a:lvl3pPr marL="942975" indent="-257175" algn="l">
              <a:lnSpc>
                <a:spcPct val="110000"/>
              </a:lnSpc>
              <a:spcBef>
                <a:spcPts val="0"/>
              </a:spcBef>
              <a:spcAft>
                <a:spcPts val="1350"/>
              </a:spcAft>
              <a:buChar char="•"/>
              <a:defRPr sz="2363" b="0">
                <a:solidFill>
                  <a:schemeClr val="tx1"/>
                </a:solidFill>
                <a:latin typeface="+mn-lt"/>
                <a:ea typeface="+mn-lt"/>
                <a:cs typeface="+mn-lt"/>
              </a:defRPr>
            </a:lvl3pPr>
            <a:lvl4pPr marL="1285875" indent="-257175" algn="l">
              <a:lnSpc>
                <a:spcPct val="110000"/>
              </a:lnSpc>
              <a:spcBef>
                <a:spcPts val="0"/>
              </a:spcBef>
              <a:spcAft>
                <a:spcPts val="1350"/>
              </a:spcAft>
              <a:buChar char="•"/>
              <a:defRPr sz="2363" b="0">
                <a:solidFill>
                  <a:schemeClr val="tx1"/>
                </a:solidFill>
                <a:latin typeface="+mn-lt"/>
                <a:ea typeface="+mn-lt"/>
                <a:cs typeface="+mn-lt"/>
              </a:defRPr>
            </a:lvl4pPr>
            <a:lvl5pPr marL="1628775" indent="-257175" algn="l">
              <a:lnSpc>
                <a:spcPct val="110000"/>
              </a:lnSpc>
              <a:spcBef>
                <a:spcPts val="0"/>
              </a:spcBef>
              <a:spcAft>
                <a:spcPts val="1350"/>
              </a:spcAft>
              <a:buChar char="•"/>
              <a:defRPr sz="2363" b="0">
                <a:solidFill>
                  <a:schemeClr val="tx1"/>
                </a:solidFill>
                <a:latin typeface="+mn-lt"/>
                <a:ea typeface="+mn-lt"/>
                <a:cs typeface="+mn-lt"/>
              </a:defRPr>
            </a:lvl5pPr>
            <a:lvl6pPr marL="1971675" indent="-257175" algn="l">
              <a:lnSpc>
                <a:spcPct val="110000"/>
              </a:lnSpc>
              <a:spcBef>
                <a:spcPts val="0"/>
              </a:spcBef>
              <a:spcAft>
                <a:spcPts val="1350"/>
              </a:spcAft>
              <a:buChar char="•"/>
              <a:defRPr sz="2363" b="0">
                <a:solidFill>
                  <a:schemeClr val="tx1"/>
                </a:solidFill>
                <a:latin typeface="+mn-lt"/>
                <a:ea typeface="+mn-lt"/>
                <a:cs typeface="+mn-lt"/>
              </a:defRPr>
            </a:lvl6pPr>
            <a:lvl7pPr marL="2314575" indent="-257175" algn="l">
              <a:lnSpc>
                <a:spcPct val="110000"/>
              </a:lnSpc>
              <a:spcBef>
                <a:spcPts val="0"/>
              </a:spcBef>
              <a:spcAft>
                <a:spcPts val="1350"/>
              </a:spcAft>
              <a:buChar char="•"/>
              <a:defRPr sz="2363" b="0">
                <a:solidFill>
                  <a:schemeClr val="tx1"/>
                </a:solidFill>
                <a:latin typeface="+mn-lt"/>
                <a:ea typeface="+mn-lt"/>
                <a:cs typeface="+mn-lt"/>
              </a:defRPr>
            </a:lvl7pPr>
            <a:lvl8pPr marL="2657475" indent="-257175" algn="l">
              <a:lnSpc>
                <a:spcPct val="110000"/>
              </a:lnSpc>
              <a:spcBef>
                <a:spcPts val="0"/>
              </a:spcBef>
              <a:spcAft>
                <a:spcPts val="1350"/>
              </a:spcAft>
              <a:buChar char="•"/>
              <a:defRPr sz="2363" b="0">
                <a:solidFill>
                  <a:schemeClr val="tx1"/>
                </a:solidFill>
                <a:latin typeface="+mn-lt"/>
                <a:ea typeface="+mn-lt"/>
                <a:cs typeface="+mn-lt"/>
              </a:defRPr>
            </a:lvl8pPr>
            <a:lvl9pPr marL="3000375" indent="-257175" algn="l">
              <a:lnSpc>
                <a:spcPct val="110000"/>
              </a:lnSpc>
              <a:spcBef>
                <a:spcPts val="0"/>
              </a:spcBef>
              <a:spcAft>
                <a:spcPts val="1350"/>
              </a:spcAft>
              <a:buChar char="•"/>
              <a:defRPr sz="2363"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DA4AABE-AA89-4B68-B09B-7842183F1155}"/>
              </a:ext>
            </a:extLst>
          </p:cNvPr>
          <p:cNvSpPr>
            <a:spLocks xmlns:a="http://schemas.openxmlformats.org/drawingml/2006/main" noGrp="1"/>
          </p:cNvSpPr>
          <p:nvPr>
            <p:ph type="body" idx="2"/>
          </p:nvPr>
        </p:nvSpPr>
        <p:spPr>
          <a:xfrm xmlns:a="http://schemas.openxmlformats.org/drawingml/2006/main">
            <a:off x="7286625" y="2143125"/>
            <a:ext cx="56578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3" b="0">
                <a:solidFill>
                  <a:schemeClr val="tx1"/>
                </a:solidFill>
                <a:latin typeface="+mn-lt"/>
                <a:ea typeface="+mn-lt"/>
                <a:cs typeface="+mn-lt"/>
              </a:defRPr>
            </a:defPPr>
            <a:lvl1pPr marL="257175" indent="-257175" algn="l">
              <a:lnSpc>
                <a:spcPct val="110000"/>
              </a:lnSpc>
              <a:spcBef>
                <a:spcPts val="0"/>
              </a:spcBef>
              <a:spcAft>
                <a:spcPts val="1350"/>
              </a:spcAft>
              <a:buChar char="•"/>
              <a:defRPr sz="2363" b="0">
                <a:solidFill>
                  <a:schemeClr val="tx1"/>
                </a:solidFill>
                <a:latin typeface="+mn-lt"/>
                <a:ea typeface="+mn-lt"/>
                <a:cs typeface="+mn-lt"/>
              </a:defRPr>
            </a:lvl1pPr>
            <a:lvl2pPr marL="600075" indent="-257175" algn="l">
              <a:lnSpc>
                <a:spcPct val="110000"/>
              </a:lnSpc>
              <a:spcBef>
                <a:spcPts val="0"/>
              </a:spcBef>
              <a:spcAft>
                <a:spcPts val="1350"/>
              </a:spcAft>
              <a:buChar char="•"/>
              <a:defRPr sz="2363" b="0">
                <a:solidFill>
                  <a:schemeClr val="tx1"/>
                </a:solidFill>
                <a:latin typeface="+mn-lt"/>
                <a:ea typeface="+mn-lt"/>
                <a:cs typeface="+mn-lt"/>
              </a:defRPr>
            </a:lvl2pPr>
            <a:lvl3pPr marL="942975" indent="-257175" algn="l">
              <a:lnSpc>
                <a:spcPct val="110000"/>
              </a:lnSpc>
              <a:spcBef>
                <a:spcPts val="0"/>
              </a:spcBef>
              <a:spcAft>
                <a:spcPts val="1350"/>
              </a:spcAft>
              <a:buChar char="•"/>
              <a:defRPr sz="2363" b="0">
                <a:solidFill>
                  <a:schemeClr val="tx1"/>
                </a:solidFill>
                <a:latin typeface="+mn-lt"/>
                <a:ea typeface="+mn-lt"/>
                <a:cs typeface="+mn-lt"/>
              </a:defRPr>
            </a:lvl3pPr>
            <a:lvl4pPr marL="1285875" indent="-257175" algn="l">
              <a:lnSpc>
                <a:spcPct val="110000"/>
              </a:lnSpc>
              <a:spcBef>
                <a:spcPts val="0"/>
              </a:spcBef>
              <a:spcAft>
                <a:spcPts val="1350"/>
              </a:spcAft>
              <a:buChar char="•"/>
              <a:defRPr sz="2363" b="0">
                <a:solidFill>
                  <a:schemeClr val="tx1"/>
                </a:solidFill>
                <a:latin typeface="+mn-lt"/>
                <a:ea typeface="+mn-lt"/>
                <a:cs typeface="+mn-lt"/>
              </a:defRPr>
            </a:lvl4pPr>
            <a:lvl5pPr marL="1628775" indent="-257175" algn="l">
              <a:lnSpc>
                <a:spcPct val="110000"/>
              </a:lnSpc>
              <a:spcBef>
                <a:spcPts val="0"/>
              </a:spcBef>
              <a:spcAft>
                <a:spcPts val="1350"/>
              </a:spcAft>
              <a:buChar char="•"/>
              <a:defRPr sz="2363" b="0">
                <a:solidFill>
                  <a:schemeClr val="tx1"/>
                </a:solidFill>
                <a:latin typeface="+mn-lt"/>
                <a:ea typeface="+mn-lt"/>
                <a:cs typeface="+mn-lt"/>
              </a:defRPr>
            </a:lvl5pPr>
            <a:lvl6pPr marL="1971675" indent="-257175" algn="l">
              <a:lnSpc>
                <a:spcPct val="110000"/>
              </a:lnSpc>
              <a:spcBef>
                <a:spcPts val="0"/>
              </a:spcBef>
              <a:spcAft>
                <a:spcPts val="1350"/>
              </a:spcAft>
              <a:buChar char="•"/>
              <a:defRPr sz="2363" b="0">
                <a:solidFill>
                  <a:schemeClr val="tx1"/>
                </a:solidFill>
                <a:latin typeface="+mn-lt"/>
                <a:ea typeface="+mn-lt"/>
                <a:cs typeface="+mn-lt"/>
              </a:defRPr>
            </a:lvl6pPr>
            <a:lvl7pPr marL="2314575" indent="-257175" algn="l">
              <a:lnSpc>
                <a:spcPct val="110000"/>
              </a:lnSpc>
              <a:spcBef>
                <a:spcPts val="0"/>
              </a:spcBef>
              <a:spcAft>
                <a:spcPts val="1350"/>
              </a:spcAft>
              <a:buChar char="•"/>
              <a:defRPr sz="2363" b="0">
                <a:solidFill>
                  <a:schemeClr val="tx1"/>
                </a:solidFill>
                <a:latin typeface="+mn-lt"/>
                <a:ea typeface="+mn-lt"/>
                <a:cs typeface="+mn-lt"/>
              </a:defRPr>
            </a:lvl7pPr>
            <a:lvl8pPr marL="2657475" indent="-257175" algn="l">
              <a:lnSpc>
                <a:spcPct val="110000"/>
              </a:lnSpc>
              <a:spcBef>
                <a:spcPts val="0"/>
              </a:spcBef>
              <a:spcAft>
                <a:spcPts val="1350"/>
              </a:spcAft>
              <a:buChar char="•"/>
              <a:defRPr sz="2363" b="0">
                <a:solidFill>
                  <a:schemeClr val="tx1"/>
                </a:solidFill>
                <a:latin typeface="+mn-lt"/>
                <a:ea typeface="+mn-lt"/>
                <a:cs typeface="+mn-lt"/>
              </a:defRPr>
            </a:lvl8pPr>
            <a:lvl9pPr marL="3000375" indent="-257175" algn="l">
              <a:lnSpc>
                <a:spcPct val="110000"/>
              </a:lnSpc>
              <a:spcBef>
                <a:spcPts val="0"/>
              </a:spcBef>
              <a:spcAft>
                <a:spcPts val="1350"/>
              </a:spcAft>
              <a:buChar char="•"/>
              <a:defRPr sz="2363"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81FE49-8F98-43CE-9B6F-6C1332B4244C}"/>
              </a:ext>
            </a:extLst>
          </p:cNvPr>
          <p:cNvSpPr>
            <a:spLocks xmlns:a="http://schemas.openxmlformats.org/drawingml/2006/main" noGrp="1"/>
          </p:cNvSpPr>
          <p:nvPr>
            <p:ph type="title" idx="0"/>
          </p:nvPr>
        </p:nvSpPr>
        <p:spPr>
          <a:xfrm xmlns:a="http://schemas.openxmlformats.org/drawingml/2006/main">
            <a:off x="771525" y="600075"/>
            <a:ext cx="1217295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3" b="1">
                <a:solidFill>
                  <a:schemeClr val="tx1"/>
                </a:solidFill>
                <a:latin typeface="+mj-lt"/>
                <a:ea typeface="+mj-lt"/>
                <a:cs typeface="+mj-lt"/>
              </a:defRPr>
            </a:defPPr>
            <a:lvl1pPr marL="0" indent="0" algn="l">
              <a:lnSpc>
                <a:spcPct val="110000"/>
              </a:lnSpc>
              <a:spcBef>
                <a:spcPts val="0"/>
              </a:spcBef>
              <a:spcAft>
                <a:spcPts val="0"/>
              </a:spcAft>
              <a:buNone/>
              <a:defRPr sz="3713" b="1">
                <a:solidFill>
                  <a:schemeClr val="tx1"/>
                </a:solidFill>
                <a:latin typeface="+mj-lt"/>
                <a:ea typeface="+mj-lt"/>
                <a:cs typeface="+mj-lt"/>
              </a:defRPr>
            </a:lvl1pPr>
            <a:lvl2pPr marL="0" indent="0" algn="l">
              <a:lnSpc>
                <a:spcPct val="110000"/>
              </a:lnSpc>
              <a:spcBef>
                <a:spcPts val="0"/>
              </a:spcBef>
              <a:spcAft>
                <a:spcPts val="0"/>
              </a:spcAft>
              <a:buNone/>
              <a:defRPr sz="3713" b="1">
                <a:solidFill>
                  <a:schemeClr val="tx1"/>
                </a:solidFill>
                <a:latin typeface="+mj-lt"/>
                <a:ea typeface="+mj-lt"/>
                <a:cs typeface="+mj-lt"/>
              </a:defRPr>
            </a:lvl2pPr>
            <a:lvl3pPr marL="0" indent="0" algn="l">
              <a:lnSpc>
                <a:spcPct val="110000"/>
              </a:lnSpc>
              <a:spcBef>
                <a:spcPts val="0"/>
              </a:spcBef>
              <a:spcAft>
                <a:spcPts val="0"/>
              </a:spcAft>
              <a:buNone/>
              <a:defRPr sz="3713" b="1">
                <a:solidFill>
                  <a:schemeClr val="tx1"/>
                </a:solidFill>
                <a:latin typeface="+mj-lt"/>
                <a:ea typeface="+mj-lt"/>
                <a:cs typeface="+mj-lt"/>
              </a:defRPr>
            </a:lvl3pPr>
            <a:lvl4pPr marL="0" indent="0" algn="l">
              <a:lnSpc>
                <a:spcPct val="110000"/>
              </a:lnSpc>
              <a:spcBef>
                <a:spcPts val="0"/>
              </a:spcBef>
              <a:spcAft>
                <a:spcPts val="0"/>
              </a:spcAft>
              <a:buNone/>
              <a:defRPr sz="3713" b="1">
                <a:solidFill>
                  <a:schemeClr val="tx1"/>
                </a:solidFill>
                <a:latin typeface="+mj-lt"/>
                <a:ea typeface="+mj-lt"/>
                <a:cs typeface="+mj-lt"/>
              </a:defRPr>
            </a:lvl4pPr>
            <a:lvl5pPr marL="0" indent="0" algn="l">
              <a:lnSpc>
                <a:spcPct val="110000"/>
              </a:lnSpc>
              <a:spcBef>
                <a:spcPts val="0"/>
              </a:spcBef>
              <a:spcAft>
                <a:spcPts val="0"/>
              </a:spcAft>
              <a:buNone/>
              <a:defRPr sz="3713" b="1">
                <a:solidFill>
                  <a:schemeClr val="tx1"/>
                </a:solidFill>
                <a:latin typeface="+mj-lt"/>
                <a:ea typeface="+mj-lt"/>
                <a:cs typeface="+mj-lt"/>
              </a:defRPr>
            </a:lvl5pPr>
            <a:lvl6pPr marL="0" indent="0" algn="l">
              <a:lnSpc>
                <a:spcPct val="110000"/>
              </a:lnSpc>
              <a:spcBef>
                <a:spcPts val="0"/>
              </a:spcBef>
              <a:spcAft>
                <a:spcPts val="0"/>
              </a:spcAft>
              <a:buNone/>
              <a:defRPr sz="3713" b="1">
                <a:solidFill>
                  <a:schemeClr val="tx1"/>
                </a:solidFill>
                <a:latin typeface="+mj-lt"/>
                <a:ea typeface="+mj-lt"/>
                <a:cs typeface="+mj-lt"/>
              </a:defRPr>
            </a:lvl6pPr>
            <a:lvl7pPr marL="0" indent="0" algn="l">
              <a:lnSpc>
                <a:spcPct val="110000"/>
              </a:lnSpc>
              <a:spcBef>
                <a:spcPts val="0"/>
              </a:spcBef>
              <a:spcAft>
                <a:spcPts val="0"/>
              </a:spcAft>
              <a:buNone/>
              <a:defRPr sz="3713" b="1">
                <a:solidFill>
                  <a:schemeClr val="tx1"/>
                </a:solidFill>
                <a:latin typeface="+mj-lt"/>
                <a:ea typeface="+mj-lt"/>
                <a:cs typeface="+mj-lt"/>
              </a:defRPr>
            </a:lvl7pPr>
            <a:lvl8pPr marL="0" indent="0" algn="l">
              <a:lnSpc>
                <a:spcPct val="110000"/>
              </a:lnSpc>
              <a:spcBef>
                <a:spcPts val="0"/>
              </a:spcBef>
              <a:spcAft>
                <a:spcPts val="0"/>
              </a:spcAft>
              <a:buNone/>
              <a:defRPr sz="3713" b="1">
                <a:solidFill>
                  <a:schemeClr val="tx1"/>
                </a:solidFill>
                <a:latin typeface="+mj-lt"/>
                <a:ea typeface="+mj-lt"/>
                <a:cs typeface="+mj-lt"/>
              </a:defRPr>
            </a:lvl8pPr>
            <a:lvl9pPr marL="0" indent="0" algn="l">
              <a:lnSpc>
                <a:spcPct val="110000"/>
              </a:lnSpc>
              <a:spcBef>
                <a:spcPts val="0"/>
              </a:spcBef>
              <a:spcAft>
                <a:spcPts val="0"/>
              </a:spcAft>
              <a:buNone/>
              <a:defRPr sz="371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732550-0974-4D33-9C77-89FDF4E2493C}"/>
              </a:ext>
            </a:extLst>
          </p:cNvPr>
          <p:cNvSpPr>
            <a:spLocks xmlns:a="http://schemas.openxmlformats.org/drawingml/2006/main" noGrp="1"/>
          </p:cNvSpPr>
          <p:nvPr>
            <p:ph type="body" idx="1"/>
          </p:nvPr>
        </p:nvSpPr>
        <p:spPr>
          <a:xfrm xmlns:a="http://schemas.openxmlformats.org/drawingml/2006/main">
            <a:off x="771525" y="2143125"/>
            <a:ext cx="56578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75" indent="-257175" algn="l">
              <a:lnSpc>
                <a:spcPct val="110000"/>
              </a:lnSpc>
              <a:spcBef>
                <a:spcPts val="0"/>
              </a:spcBef>
              <a:spcAft>
                <a:spcPts val="1350"/>
              </a:spcAft>
              <a:buChar char="•"/>
              <a:defRPr sz="2531" b="0">
                <a:solidFill>
                  <a:schemeClr val="tx1"/>
                </a:solidFill>
                <a:latin typeface="+mn-lt"/>
                <a:ea typeface="+mn-lt"/>
                <a:cs typeface="+mn-lt"/>
              </a:defRPr>
            </a:lvl1pPr>
            <a:lvl2pPr marL="600075" indent="-257175" algn="l">
              <a:lnSpc>
                <a:spcPct val="110000"/>
              </a:lnSpc>
              <a:spcBef>
                <a:spcPts val="0"/>
              </a:spcBef>
              <a:spcAft>
                <a:spcPts val="1350"/>
              </a:spcAft>
              <a:buChar char="•"/>
              <a:defRPr sz="2531" b="0">
                <a:solidFill>
                  <a:schemeClr val="tx1"/>
                </a:solidFill>
                <a:latin typeface="+mn-lt"/>
                <a:ea typeface="+mn-lt"/>
                <a:cs typeface="+mn-lt"/>
              </a:defRPr>
            </a:lvl2pPr>
            <a:lvl3pPr marL="942975" indent="-257175" algn="l">
              <a:lnSpc>
                <a:spcPct val="110000"/>
              </a:lnSpc>
              <a:spcBef>
                <a:spcPts val="0"/>
              </a:spcBef>
              <a:spcAft>
                <a:spcPts val="1350"/>
              </a:spcAft>
              <a:buChar char="•"/>
              <a:defRPr sz="2531" b="0">
                <a:solidFill>
                  <a:schemeClr val="tx1"/>
                </a:solidFill>
                <a:latin typeface="+mn-lt"/>
                <a:ea typeface="+mn-lt"/>
                <a:cs typeface="+mn-lt"/>
              </a:defRPr>
            </a:lvl3pPr>
            <a:lvl4pPr marL="1285875" indent="-257175" algn="l">
              <a:lnSpc>
                <a:spcPct val="110000"/>
              </a:lnSpc>
              <a:spcBef>
                <a:spcPts val="0"/>
              </a:spcBef>
              <a:spcAft>
                <a:spcPts val="1350"/>
              </a:spcAft>
              <a:buChar char="•"/>
              <a:defRPr sz="2531" b="0">
                <a:solidFill>
                  <a:schemeClr val="tx1"/>
                </a:solidFill>
                <a:latin typeface="+mn-lt"/>
                <a:ea typeface="+mn-lt"/>
                <a:cs typeface="+mn-lt"/>
              </a:defRPr>
            </a:lvl4pPr>
            <a:lvl5pPr marL="1628775" indent="-257175" algn="l">
              <a:lnSpc>
                <a:spcPct val="110000"/>
              </a:lnSpc>
              <a:spcBef>
                <a:spcPts val="0"/>
              </a:spcBef>
              <a:spcAft>
                <a:spcPts val="1350"/>
              </a:spcAft>
              <a:buChar char="•"/>
              <a:defRPr sz="2531" b="0">
                <a:solidFill>
                  <a:schemeClr val="tx1"/>
                </a:solidFill>
                <a:latin typeface="+mn-lt"/>
                <a:ea typeface="+mn-lt"/>
                <a:cs typeface="+mn-lt"/>
              </a:defRPr>
            </a:lvl5pPr>
            <a:lvl6pPr marL="1971675" indent="-257175" algn="l">
              <a:lnSpc>
                <a:spcPct val="110000"/>
              </a:lnSpc>
              <a:spcBef>
                <a:spcPts val="0"/>
              </a:spcBef>
              <a:spcAft>
                <a:spcPts val="1350"/>
              </a:spcAft>
              <a:buChar char="•"/>
              <a:defRPr sz="2531" b="0">
                <a:solidFill>
                  <a:schemeClr val="tx1"/>
                </a:solidFill>
                <a:latin typeface="+mn-lt"/>
                <a:ea typeface="+mn-lt"/>
                <a:cs typeface="+mn-lt"/>
              </a:defRPr>
            </a:lvl6pPr>
            <a:lvl7pPr marL="2314575" indent="-257175" algn="l">
              <a:lnSpc>
                <a:spcPct val="110000"/>
              </a:lnSpc>
              <a:spcBef>
                <a:spcPts val="0"/>
              </a:spcBef>
              <a:spcAft>
                <a:spcPts val="1350"/>
              </a:spcAft>
              <a:buChar char="•"/>
              <a:defRPr sz="2531" b="0">
                <a:solidFill>
                  <a:schemeClr val="tx1"/>
                </a:solidFill>
                <a:latin typeface="+mn-lt"/>
                <a:ea typeface="+mn-lt"/>
                <a:cs typeface="+mn-lt"/>
              </a:defRPr>
            </a:lvl7pPr>
            <a:lvl8pPr marL="2657475" indent="-257175" algn="l">
              <a:lnSpc>
                <a:spcPct val="110000"/>
              </a:lnSpc>
              <a:spcBef>
                <a:spcPts val="0"/>
              </a:spcBef>
              <a:spcAft>
                <a:spcPts val="1350"/>
              </a:spcAft>
              <a:buChar char="•"/>
              <a:defRPr sz="2531" b="0">
                <a:solidFill>
                  <a:schemeClr val="tx1"/>
                </a:solidFill>
                <a:latin typeface="+mn-lt"/>
                <a:ea typeface="+mn-lt"/>
                <a:cs typeface="+mn-lt"/>
              </a:defRPr>
            </a:lvl8pPr>
            <a:lvl9pPr marL="3000375" indent="-25717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3fbc5dd8cb498f" /><Relationship Type="http://schemas.openxmlformats.org/officeDocument/2006/relationships/slideLayout" Target="/ppt/slideLayouts/slideLayout1.xml" Id="R3a5c1e0a7336456a" /><Relationship Type="http://schemas.openxmlformats.org/officeDocument/2006/relationships/slideLayout" Target="/ppt/slideLayouts/slideLayout2.xml" Id="R2b09d0fd8c514065" /><Relationship Type="http://schemas.openxmlformats.org/officeDocument/2006/relationships/slideLayout" Target="/ppt/slideLayouts/slideLayout3.xml" Id="R65e2b35b54d6447a" /><Relationship Type="http://schemas.openxmlformats.org/officeDocument/2006/relationships/slideLayout" Target="/ppt/slideLayouts/slideLayout4.xml" Id="Rdc2071605bdc400d" /><Relationship Type="http://schemas.openxmlformats.org/officeDocument/2006/relationships/slideLayout" Target="/ppt/slideLayouts/slideLayout5.xml" Id="Ra414d5c77056447a" /><Relationship Type="http://schemas.openxmlformats.org/officeDocument/2006/relationships/slideLayout" Target="/ppt/slideLayouts/slideLayout6.xml" Id="Re484062bc4ab49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5c1e0a7336456a"/>
    <p:sldLayoutId xmlns:r="http://schemas.openxmlformats.org/officeDocument/2006/relationships" id="2147483650" r:id="R2b09d0fd8c514065"/>
    <p:sldLayoutId xmlns:r="http://schemas.openxmlformats.org/officeDocument/2006/relationships" id="2147483651" r:id="R65e2b35b54d6447a"/>
    <p:sldLayoutId xmlns:r="http://schemas.openxmlformats.org/officeDocument/2006/relationships" id="2147483652" r:id="Rdc2071605bdc400d"/>
    <p:sldLayoutId xmlns:r="http://schemas.openxmlformats.org/officeDocument/2006/relationships" id="2147483653" r:id="Ra414d5c77056447a"/>
    <p:sldLayoutId xmlns:r="http://schemas.openxmlformats.org/officeDocument/2006/relationships" id="2147483654" r:id="Re484062bc4ab49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KR"/>
        <a:ea typeface=""/>
        <a:cs typeface=""/>
      </a:majorFont>
      <a:minorFont>
        <a:latin typeface="Noto Sans K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a88b4cf299c41ae" /><Relationship Type="http://schemas.openxmlformats.org/officeDocument/2006/relationships/chart" Target="/ppt/slides/charts/chart1.xml" Id="Reb1b8a156b084733" /><Relationship Type="http://schemas.openxmlformats.org/officeDocument/2006/relationships/notesSlide" Target="/ppt/notesSlides/notesSlide1.xml" Id="Rc50cfd26723340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c8508a489064ea8" /><Relationship Type="http://schemas.openxmlformats.org/officeDocument/2006/relationships/notesSlide" Target="/ppt/notesSlides/notesSlide2.xml" Id="R08d1ba4f32dd45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e208bd0f4bb4509" /><Relationship Type="http://schemas.openxmlformats.org/officeDocument/2006/relationships/chart" Target="/ppt/slides/charts/chart2.xml" Id="R2b6c60b51edb425c" /><Relationship Type="http://schemas.openxmlformats.org/officeDocument/2006/relationships/notesSlide" Target="/ppt/notesSlides/notesSlide3.xml" Id="R919714579c0348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3127d7e82b149ee" /><Relationship Type="http://schemas.openxmlformats.org/officeDocument/2006/relationships/chart" Target="/ppt/slides/charts/chart3.xml" Id="Rfee3702c503e4370" /><Relationship Type="http://schemas.openxmlformats.org/officeDocument/2006/relationships/notesSlide" Target="/ppt/notesSlides/notesSlide4.xml" Id="R7a9bdafca8c245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f76826e510b433c" /><Relationship Type="http://schemas.openxmlformats.org/officeDocument/2006/relationships/chart" Target="/ppt/slides/charts/chart4.xml" Id="Rb135103f449e47fa" /><Relationship Type="http://schemas.openxmlformats.org/officeDocument/2006/relationships/notesSlide" Target="/ppt/notesSlides/notesSlide5.xml" Id="Rb22987d347db479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41719"/>
                </a:solidFill>
                <a:latin typeface="Noto Sans KR"/>
                <a:ea typeface="Noto Sans KR"/>
                <a:cs typeface="Noto Sans KR"/>
              </a:rPr>
              <a:t>54개 입력 변수의 구성</a:t>
            </a:r>
          </a:p>
        </c:rich>
      </c:tx>
      <c:overlay val="0"/>
      <c:txPr>
        <a:bodyPr xmlns:a="http://schemas.openxmlformats.org/drawingml/2006/main" anchorCtr="1"/>
        <a:lstStyle xmlns:a="http://schemas.openxmlformats.org/drawingml/2006/main"/>
        <a:p xmlns:a="http://schemas.openxmlformats.org/drawingml/2006/main">
          <a:pPr>
            <a:defRPr sz="1650" b="1">
              <a:solidFill>
                <a:srgbClr val="141719"/>
              </a:solidFill>
              <a:latin typeface="Noto Sans KR"/>
              <a:ea typeface="Noto Sans KR"/>
              <a:cs typeface="Noto Sans KR"/>
            </a:defRPr>
          </a:pPr>
        </a:p>
      </c:txPr>
    </c:title>
    <c:plotArea>
      <c:layout>
        <c:manualLayout>
          <c:layoutTarget val="inner"/>
          <c:xMode val="edge"/>
          <c:yMode val="edge"/>
          <c:wMode val="factor"/>
          <c:hMode val="factor"/>
          <c:x val="0.19"/>
          <c:y val="0.35"/>
          <c:w val="0.77"/>
          <c:h val="0.55"/>
        </c:manualLayout>
      </c:layout>
      <c:barChart>
        <c:barDir val="bar"/>
        <c:grouping val="clustered"/>
        <c:varyColors val="0"/>
        <c:ser>
          <c:idx val="0"/>
          <c:order val="0"/>
          <c:tx>
            <c:v>변수 수</c:v>
          </c:tx>
          <c:spPr>
            <a:solidFill xmlns:a="http://schemas.openxmlformats.org/drawingml/2006/main">
              <a:srgbClr val="00877E"/>
            </a:solidFill>
          </c:spPr>
          <c:invertIfNegative val="0"/>
          <c:dPt>
            <c:idx val="1"/>
            <c:invertIfNegative val="0"/>
            <c:spPr>
              <a:solidFill xmlns:a="http://schemas.openxmlformats.org/drawingml/2006/main">
                <a:srgbClr val="D26132"/>
              </a:solidFill>
            </c:spPr>
          </c:dPt>
          <c:cat>
            <c:strRef>
              <c:f>'Chart Data'!$A$2:$A$3</c:f>
              <c:strCache>
                <c:ptCount val="2"/>
                <c:pt idx="0">
                  <c:v>가전 사용 특징</c:v>
                </c:pt>
                <c:pt idx="1">
                  <c:v>시각·요일 특징</c:v>
                </c:pt>
              </c:strCache>
            </c:strRef>
          </c:cat>
          <c:val>
            <c:numRef>
              <c:f>'Chart Data'!$B$2:$B$3</c:f>
              <c:numCache>
                <c:formatCode>General</c:formatCode>
                <c:ptCount val="2"/>
                <c:pt idx="0">
                  <c:v>48</c:v>
                </c:pt>
                <c:pt idx="1">
                  <c:v>6</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41719"/>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6DEE0"/>
            </a:solidFill>
          </a:ln>
        </c:spPr>
        <c:txPr>
          <a:bodyPr xmlns:a="http://schemas.openxmlformats.org/drawingml/2006/main" anchorCtr="1"/>
          <a:lstStyle xmlns:a="http://schemas.openxmlformats.org/drawingml/2006/main"/>
          <a:p xmlns:a="http://schemas.openxmlformats.org/drawingml/2006/main">
            <a:pPr>
              <a:defRPr sz="1350">
                <a:solidFill>
                  <a:srgbClr val="586368"/>
                </a:solidFill>
                <a:latin typeface="Noto Sans KR"/>
                <a:ea typeface="Noto Sans KR"/>
                <a:cs typeface="Noto Sans KR"/>
              </a:defRPr>
            </a:pPr>
          </a:p>
        </c:txPr>
        <c:crossAx val="48672768"/>
        <c:tickLblSkip val="1"/>
        <c:tickMarkSkip val="1"/>
      </c:catAx>
      <c:valAx>
        <c:axId val="48672768"/>
        <c:scaling>
          <c:orientation val="minMax"/>
          <c:max val="55"/>
          <c:min val="0"/>
        </c:scaling>
        <c:delete val="0"/>
        <c:axPos val="b"/>
        <c:numFmt formatCode="General"/>
        <c:majorTickMark val="none"/>
        <c:minorTickMark val="none"/>
        <c:spPr>
          <a:ln xmlns:a="http://schemas.openxmlformats.org/drawingml/2006/main" w="9525">
            <a:solidFill>
              <a:srgbClr val="D6DEE0"/>
            </a:solidFill>
          </a:ln>
        </c:spPr>
        <c:txPr>
          <a:bodyPr xmlns:a="http://schemas.openxmlformats.org/drawingml/2006/main" anchorCtr="1"/>
          <a:lstStyle xmlns:a="http://schemas.openxmlformats.org/drawingml/2006/main"/>
          <a:p xmlns:a="http://schemas.openxmlformats.org/drawingml/2006/main">
            <a:pPr>
              <a:defRPr sz="1125">
                <a:solidFill>
                  <a:srgbClr val="586368"/>
                </a:solidFill>
                <a:latin typeface="Noto Sans KR"/>
                <a:ea typeface="Noto Sans KR"/>
                <a:cs typeface="Noto Sans KR"/>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b="1">
                <a:solidFill>
                  <a:srgbClr val="141719"/>
                </a:solidFill>
                <a:latin typeface="Noto Sans KR"/>
                <a:ea typeface="Noto Sans KR"/>
                <a:cs typeface="Noto Sans KR"/>
              </a:rPr>
              <a:t>냉장고 최근 1시간 열림 횟수 분포</a:t>
            </a:r>
          </a:p>
        </c:rich>
      </c:tx>
      <c:overlay val="0"/>
      <c:txPr>
        <a:bodyPr xmlns:a="http://schemas.openxmlformats.org/drawingml/2006/main" anchorCtr="1"/>
        <a:lstStyle xmlns:a="http://schemas.openxmlformats.org/drawingml/2006/main"/>
        <a:p xmlns:a="http://schemas.openxmlformats.org/drawingml/2006/main">
          <a:pPr>
            <a:defRPr sz="1500" b="1">
              <a:solidFill>
                <a:srgbClr val="141719"/>
              </a:solidFill>
              <a:latin typeface="Noto Sans KR"/>
              <a:ea typeface="Noto Sans KR"/>
              <a:cs typeface="Noto Sans KR"/>
            </a:defRPr>
          </a:pPr>
        </a:p>
      </c:txPr>
    </c:title>
    <c:plotArea>
      <c:layout>
        <c:manualLayout>
          <c:layoutTarget val="inner"/>
          <c:xMode val="edge"/>
          <c:yMode val="edge"/>
          <c:wMode val="factor"/>
          <c:hMode val="factor"/>
          <c:x val="0.14"/>
          <c:y val="0.35"/>
          <c:w val="0.8"/>
          <c:h val="0.46"/>
        </c:manualLayout>
      </c:layout>
      <c:barChart>
        <c:barDir val="col"/>
        <c:grouping val="clustered"/>
        <c:varyColors val="0"/>
        <c:ser>
          <c:idx val="0"/>
          <c:order val="0"/>
          <c:tx>
            <c:v>정상 표본 수</c:v>
          </c:tx>
          <c:spPr>
            <a:solidFill xmlns:a="http://schemas.openxmlformats.org/drawingml/2006/main">
              <a:srgbClr val="00877E"/>
            </a:solidFill>
          </c:spPr>
          <c:invertIfNegative val="0"/>
          <c:cat>
            <c:strRef>
              <c:f>'Chart Data'!$A$2:$A$3</c:f>
              <c:strCache>
                <c:ptCount val="2"/>
                <c:pt idx="0">
                  <c:v>0회</c:v>
                </c:pt>
                <c:pt idx="1">
                  <c:v>1회</c:v>
                </c:pt>
              </c:strCache>
            </c:strRef>
          </c:cat>
          <c:val>
            <c:numRef>
              <c:f>'Chart Data'!$B$2:$B$3</c:f>
              <c:numCache>
                <c:formatCode>0</c:formatCode>
                <c:ptCount val="2"/>
                <c:pt idx="0">
                  <c:v>294</c:v>
                </c:pt>
                <c:pt idx="1">
                  <c:v>42</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41719"/>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EE0"/>
            </a:solidFill>
          </a:ln>
        </c:spPr>
        <c:txPr>
          <a:bodyPr xmlns:a="http://schemas.openxmlformats.org/drawingml/2006/main" anchorCtr="1"/>
          <a:lstStyle xmlns:a="http://schemas.openxmlformats.org/drawingml/2006/main"/>
          <a:p xmlns:a="http://schemas.openxmlformats.org/drawingml/2006/main">
            <a:pPr>
              <a:defRPr sz="1350">
                <a:solidFill>
                  <a:srgbClr val="586368"/>
                </a:solidFill>
                <a:latin typeface="Noto Sans KR"/>
                <a:ea typeface="Noto Sans KR"/>
                <a:cs typeface="Noto Sans KR"/>
              </a:defRPr>
            </a:pPr>
          </a:p>
        </c:txPr>
        <c:crossAx val="48672768"/>
      </c:catAx>
      <c:valAx>
        <c:axId val="48672768"/>
        <c:scaling>
          <c:orientation val="minMax"/>
          <c:max val="350"/>
          <c:min val="0"/>
        </c:scaling>
        <c:delete val="0"/>
        <c:axPos val="l"/>
        <c:majorGridlines>
          <c:spPr>
            <a:ln xmlns:a="http://schemas.openxmlformats.org/drawingml/2006/main" w="5715">
              <a:solidFill>
                <a:srgbClr val="D6DEE0"/>
              </a:solidFill>
            </a:ln>
          </c:spPr>
        </c:majorGridlines>
        <c:numFmt formatCode="0"/>
        <c:majorTickMark val="none"/>
        <c:minorTickMark val="none"/>
        <c:spPr>
          <a:ln xmlns:a="http://schemas.openxmlformats.org/drawingml/2006/main" w="9525">
            <a:solidFill>
              <a:srgbClr val="D6DEE0"/>
            </a:solidFill>
          </a:ln>
        </c:spPr>
        <c:txPr>
          <a:bodyPr xmlns:a="http://schemas.openxmlformats.org/drawingml/2006/main" anchorCtr="1"/>
          <a:lstStyle xmlns:a="http://schemas.openxmlformats.org/drawingml/2006/main"/>
          <a:p xmlns:a="http://schemas.openxmlformats.org/drawingml/2006/main">
            <a:pPr>
              <a:defRPr sz="1125">
                <a:solidFill>
                  <a:srgbClr val="586368"/>
                </a:solidFill>
                <a:latin typeface="Noto Sans KR"/>
                <a:ea typeface="Noto Sans KR"/>
                <a:cs typeface="Noto Sans KR"/>
              </a:defRPr>
            </a:pPr>
          </a:p>
        </c:txPr>
        <c:crossAx val="48650112"/>
        <c:crossBetween val="between"/>
        <c:majorUnit val="1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1">
                <a:solidFill>
                  <a:srgbClr val="141719"/>
                </a:solidFill>
                <a:latin typeface="Noto Sans KR"/>
                <a:ea typeface="Noto Sans KR"/>
                <a:cs typeface="Noto Sans KR"/>
              </a:rPr>
              <a:t>경보가 발생한 시나리오 수</a:t>
            </a:r>
          </a:p>
        </c:rich>
      </c:tx>
      <c:overlay val="0"/>
      <c:txPr>
        <a:bodyPr xmlns:a="http://schemas.openxmlformats.org/drawingml/2006/main" anchorCtr="1"/>
        <a:lstStyle xmlns:a="http://schemas.openxmlformats.org/drawingml/2006/main"/>
        <a:p xmlns:a="http://schemas.openxmlformats.org/drawingml/2006/main">
          <a:pPr>
            <a:defRPr sz="1575" b="1">
              <a:solidFill>
                <a:srgbClr val="141719"/>
              </a:solidFill>
              <a:latin typeface="Noto Sans KR"/>
              <a:ea typeface="Noto Sans KR"/>
              <a:cs typeface="Noto Sans KR"/>
            </a:defRPr>
          </a:pPr>
        </a:p>
      </c:txPr>
    </c:title>
    <c:plotArea>
      <c:layout>
        <c:manualLayout>
          <c:layoutTarget val="inner"/>
          <c:xMode val="edge"/>
          <c:yMode val="edge"/>
          <c:wMode val="factor"/>
          <c:hMode val="factor"/>
          <c:x val="0.09"/>
          <c:y val="0.24"/>
          <c:w val="0.88"/>
          <c:h val="0.42"/>
        </c:manualLayout>
      </c:layout>
      <c:barChart>
        <c:barDir val="col"/>
        <c:grouping val="clustered"/>
        <c:varyColors val="0"/>
        <c:ser>
          <c:idx val="0"/>
          <c:order val="0"/>
          <c:tx>
            <c:v>Baseline</c:v>
          </c:tx>
          <c:spPr>
            <a:solidFill xmlns:a="http://schemas.openxmlformats.org/drawingml/2006/main">
              <a:srgbClr val="AAB8BD"/>
            </a:solidFill>
          </c:spPr>
          <c:invertIfNegative val="0"/>
          <c:cat>
            <c:strRef>
              <c:f>'Chart Data'!$A$2:$A$3</c:f>
              <c:strCache>
                <c:ptCount val="2"/>
                <c:pt idx="0">
                  <c:v>반복 가설 (24개)</c:v>
                </c:pt>
                <c:pt idx="1">
                  <c:v>정상 맥락 (48개)</c:v>
                </c:pt>
              </c:strCache>
            </c:strRef>
          </c:cat>
          <c:val>
            <c:numRef>
              <c:f>'Chart Data'!$B$2:$B$3</c:f>
              <c:numCache>
                <c:formatCode>0</c:formatCode>
                <c:ptCount val="2"/>
                <c:pt idx="0">
                  <c:v>16</c:v>
                </c:pt>
                <c:pt idx="1">
                  <c:v>22</c:v>
                </c:pt>
              </c:numCache>
            </c:numRef>
          </c:val>
        </c:ser>
        <c:ser>
          <c:idx val="1"/>
          <c:order val="1"/>
          <c:tx>
            <c:v>+ IF</c:v>
          </c:tx>
          <c:spPr>
            <a:solidFill xmlns:a="http://schemas.openxmlformats.org/drawingml/2006/main">
              <a:srgbClr val="2B76B7"/>
            </a:solidFill>
          </c:spPr>
          <c:invertIfNegative val="0"/>
          <c:cat>
            <c:strRef>
              <c:f>'Chart Data'!$C$2:$C$3</c:f>
              <c:strCache>
                <c:ptCount val="2"/>
                <c:pt idx="0">
                  <c:v>반복 가설 (24개)</c:v>
                </c:pt>
                <c:pt idx="1">
                  <c:v>정상 맥락 (48개)</c:v>
                </c:pt>
              </c:strCache>
            </c:strRef>
          </c:cat>
          <c:val>
            <c:numRef>
              <c:f>'Chart Data'!$D$2:$D$3</c:f>
              <c:numCache>
                <c:formatCode>0</c:formatCode>
                <c:ptCount val="2"/>
                <c:pt idx="0">
                  <c:v>18</c:v>
                </c:pt>
                <c:pt idx="1">
                  <c:v>28</c:v>
                </c:pt>
              </c:numCache>
            </c:numRef>
          </c:val>
        </c:ser>
        <c:ser>
          <c:idx val="2"/>
          <c:order val="2"/>
          <c:tx>
            <c:v>+ AE</c:v>
          </c:tx>
          <c:spPr>
            <a:solidFill xmlns:a="http://schemas.openxmlformats.org/drawingml/2006/main">
              <a:srgbClr val="D26132"/>
            </a:solidFill>
          </c:spPr>
          <c:invertIfNegative val="0"/>
          <c:cat>
            <c:strRef>
              <c:f>'Chart Data'!$E$2:$E$3</c:f>
              <c:strCache>
                <c:ptCount val="2"/>
                <c:pt idx="0">
                  <c:v>반복 가설 (24개)</c:v>
                </c:pt>
                <c:pt idx="1">
                  <c:v>정상 맥락 (48개)</c:v>
                </c:pt>
              </c:strCache>
            </c:strRef>
          </c:cat>
          <c:val>
            <c:numRef>
              <c:f>'Chart Data'!$F$2:$F$3</c:f>
              <c:numCache>
                <c:formatCode>0</c:formatCode>
                <c:ptCount val="2"/>
                <c:pt idx="0">
                  <c:v>24</c:v>
                </c:pt>
                <c:pt idx="1">
                  <c:v>30</c:v>
                </c:pt>
              </c:numCache>
            </c:numRef>
          </c:val>
        </c:ser>
        <c:ser>
          <c:idx val="3"/>
          <c:order val="3"/>
          <c:tx>
            <c:v>+ IF·AE</c:v>
          </c:tx>
          <c:spPr>
            <a:solidFill xmlns:a="http://schemas.openxmlformats.org/drawingml/2006/main">
              <a:srgbClr val="00877E"/>
            </a:solidFill>
          </c:spPr>
          <c:invertIfNegative val="0"/>
          <c:cat>
            <c:strRef>
              <c:f>'Chart Data'!$G$2:$G$3</c:f>
              <c:strCache>
                <c:ptCount val="2"/>
                <c:pt idx="0">
                  <c:v>반복 가설 (24개)</c:v>
                </c:pt>
                <c:pt idx="1">
                  <c:v>정상 맥락 (48개)</c:v>
                </c:pt>
              </c:strCache>
            </c:strRef>
          </c:cat>
          <c:val>
            <c:numRef>
              <c:f>'Chart Data'!$H$2:$H$3</c:f>
              <c:numCache>
                <c:formatCode>0</c:formatCode>
                <c:ptCount val="2"/>
                <c:pt idx="0">
                  <c:v>24</c:v>
                </c:pt>
                <c:pt idx="1">
                  <c:v>30</c:v>
                </c:pt>
              </c:numCache>
            </c:numRef>
          </c:val>
        </c:ser>
        <c:dLbls>
          <c:txPr>
            <a:bodyPr xmlns:a="http://schemas.openxmlformats.org/drawingml/2006/main" anchorCtr="1"/>
            <a:lstStyle xmlns:a="http://schemas.openxmlformats.org/drawingml/2006/main"/>
            <a:p xmlns:a="http://schemas.openxmlformats.org/drawingml/2006/main">
              <a:pPr>
                <a:defRPr sz="1238" b="1">
                  <a:solidFill>
                    <a:srgbClr val="141719"/>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EE0"/>
            </a:solidFill>
          </a:ln>
        </c:spPr>
        <c:txPr>
          <a:bodyPr xmlns:a="http://schemas.openxmlformats.org/drawingml/2006/main" anchorCtr="1"/>
          <a:lstStyle xmlns:a="http://schemas.openxmlformats.org/drawingml/2006/main"/>
          <a:p xmlns:a="http://schemas.openxmlformats.org/drawingml/2006/main">
            <a:pPr>
              <a:defRPr sz="1275">
                <a:solidFill>
                  <a:srgbClr val="141719"/>
                </a:solidFill>
                <a:latin typeface="Noto Sans KR"/>
                <a:ea typeface="Noto Sans KR"/>
                <a:cs typeface="Noto Sans KR"/>
              </a:defRPr>
            </a:pPr>
          </a:p>
        </c:txPr>
        <c:crossAx val="48672768"/>
      </c:catAx>
      <c:valAx>
        <c:axId val="48672768"/>
        <c:scaling>
          <c:orientation val="minMax"/>
          <c:max val="50"/>
          <c:min val="0"/>
        </c:scaling>
        <c:delete val="0"/>
        <c:axPos val="l"/>
        <c:majorGridlines>
          <c:spPr>
            <a:ln xmlns:a="http://schemas.openxmlformats.org/drawingml/2006/main" w="5715">
              <a:solidFill>
                <a:srgbClr val="D6DEE0"/>
              </a:solidFill>
            </a:ln>
          </c:spPr>
        </c:majorGridlines>
        <c:numFmt formatCode="0"/>
        <c:majorTickMark val="none"/>
        <c:minorTickMark val="none"/>
        <c:spPr>
          <a:ln xmlns:a="http://schemas.openxmlformats.org/drawingml/2006/main" w="9525">
            <a:solidFill>
              <a:srgbClr val="D6DEE0"/>
            </a:solidFill>
          </a:ln>
        </c:spPr>
        <c:txPr>
          <a:bodyPr xmlns:a="http://schemas.openxmlformats.org/drawingml/2006/main" anchorCtr="1"/>
          <a:lstStyle xmlns:a="http://schemas.openxmlformats.org/drawingml/2006/main"/>
          <a:p xmlns:a="http://schemas.openxmlformats.org/drawingml/2006/main">
            <a:pPr>
              <a:defRPr sz="1125">
                <a:solidFill>
                  <a:srgbClr val="586368"/>
                </a:solidFill>
                <a:latin typeface="Noto Sans KR"/>
                <a:ea typeface="Noto Sans KR"/>
                <a:cs typeface="Noto Sans KR"/>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layout>
        <c:manualLayout>
          <c:xMode val="edge"/>
          <c:yMode val="edge"/>
          <c:wMode val="factor"/>
          <c:hMode val="factor"/>
          <c:x val="0.035"/>
          <c:y val="0.87"/>
          <c:w val="0.93"/>
          <c:h val="0.11"/>
        </c:manualLayout>
      </c:layout>
      <c:overlay val="1"/>
      <c:txPr>
        <a:bodyPr xmlns:a="http://schemas.openxmlformats.org/drawingml/2006/main" anchorCtr="1"/>
        <a:lstStyle xmlns:a="http://schemas.openxmlformats.org/drawingml/2006/main"/>
        <a:p xmlns:a="http://schemas.openxmlformats.org/drawingml/2006/main">
          <a:pPr>
            <a:defRPr sz="1125">
              <a:solidFill>
                <a:srgbClr val="586368"/>
              </a:solidFill>
              <a:latin typeface="Noto Sans KR"/>
              <a:ea typeface="Noto Sans KR"/>
              <a:cs typeface="Noto Sans KR"/>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41719"/>
                </a:solidFill>
                <a:latin typeface="Noto Sans KR"/>
                <a:ea typeface="Noto Sans KR"/>
                <a:cs typeface="Noto Sans KR"/>
              </a:rPr>
              <a:t>주의·위험 판정 변화</a:t>
            </a:r>
          </a:p>
        </c:rich>
      </c:tx>
      <c:overlay val="0"/>
      <c:txPr>
        <a:bodyPr xmlns:a="http://schemas.openxmlformats.org/drawingml/2006/main" anchorCtr="1"/>
        <a:lstStyle xmlns:a="http://schemas.openxmlformats.org/drawingml/2006/main"/>
        <a:p xmlns:a="http://schemas.openxmlformats.org/drawingml/2006/main">
          <a:pPr>
            <a:defRPr sz="1650" b="1">
              <a:solidFill>
                <a:srgbClr val="141719"/>
              </a:solidFill>
              <a:latin typeface="Noto Sans KR"/>
              <a:ea typeface="Noto Sans KR"/>
              <a:cs typeface="Noto Sans KR"/>
            </a:defRPr>
          </a:pPr>
        </a:p>
      </c:txPr>
    </c:title>
    <c:plotArea>
      <c:layout>
        <c:manualLayout>
          <c:layoutTarget val="inner"/>
          <c:xMode val="edge"/>
          <c:yMode val="edge"/>
          <c:wMode val="factor"/>
          <c:hMode val="factor"/>
          <c:x val="0.075"/>
          <c:y val="0.24"/>
          <c:w val="0.9"/>
          <c:h val="0.48"/>
        </c:manualLayout>
      </c:layout>
      <c:barChart>
        <c:barDir val="col"/>
        <c:grouping val="clustered"/>
        <c:varyColors val="0"/>
        <c:ser>
          <c:idx val="0"/>
          <c:order val="0"/>
          <c:tx>
            <c:v>보정 전</c:v>
          </c:tx>
          <c:spPr>
            <a:solidFill xmlns:a="http://schemas.openxmlformats.org/drawingml/2006/main">
              <a:srgbClr val="AAB8BD"/>
            </a:solidFill>
          </c:spPr>
          <c:invertIfNegative val="0"/>
          <c:cat>
            <c:strRef>
              <c:f>'Chart Data'!$A$2:$A$3</c:f>
              <c:strCache>
                <c:ptCount val="2"/>
                <c:pt idx="0">
                  <c:v>주의</c:v>
                </c:pt>
                <c:pt idx="1">
                  <c:v>위험</c:v>
                </c:pt>
              </c:strCache>
            </c:strRef>
          </c:cat>
          <c:val>
            <c:numRef>
              <c:f>'Chart Data'!$B$2:$B$3</c:f>
              <c:numCache>
                <c:formatCode>0</c:formatCode>
                <c:ptCount val="2"/>
                <c:pt idx="0">
                  <c:v>6</c:v>
                </c:pt>
                <c:pt idx="1">
                  <c:v>6</c:v>
                </c:pt>
              </c:numCache>
            </c:numRef>
          </c:val>
        </c:ser>
        <c:ser>
          <c:idx val="1"/>
          <c:order val="1"/>
          <c:tx>
            <c:v>보정 후</c:v>
          </c:tx>
          <c:spPr>
            <a:solidFill xmlns:a="http://schemas.openxmlformats.org/drawingml/2006/main">
              <a:srgbClr val="00877E"/>
            </a:solidFill>
          </c:spPr>
          <c:invertIfNegative val="0"/>
          <c:cat>
            <c:strRef>
              <c:f>'Chart Data'!$C$2:$C$3</c:f>
              <c:strCache>
                <c:ptCount val="2"/>
                <c:pt idx="0">
                  <c:v>주의</c:v>
                </c:pt>
                <c:pt idx="1">
                  <c:v>위험</c:v>
                </c:pt>
              </c:strCache>
            </c:strRef>
          </c:cat>
          <c:val>
            <c:numRef>
              <c:f>'Chart Data'!$D$2:$D$3</c:f>
              <c:numCache>
                <c:formatCode>0</c:formatCode>
                <c:ptCount val="2"/>
                <c:pt idx="0">
                  <c:v>0</c:v>
                </c:pt>
                <c:pt idx="1">
                  <c:v>6</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1719"/>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EE0"/>
            </a:solidFill>
          </a:ln>
        </c:spPr>
        <c:txPr>
          <a:bodyPr xmlns:a="http://schemas.openxmlformats.org/drawingml/2006/main" anchorCtr="1"/>
          <a:lstStyle xmlns:a="http://schemas.openxmlformats.org/drawingml/2006/main"/>
          <a:p xmlns:a="http://schemas.openxmlformats.org/drawingml/2006/main">
            <a:pPr>
              <a:defRPr sz="1500">
                <a:solidFill>
                  <a:srgbClr val="141719"/>
                </a:solidFill>
                <a:latin typeface="Noto Sans KR"/>
                <a:ea typeface="Noto Sans KR"/>
                <a:cs typeface="Noto Sans KR"/>
              </a:defRPr>
            </a:pPr>
          </a:p>
        </c:txPr>
        <c:crossAx val="48672768"/>
      </c:catAx>
      <c:valAx>
        <c:axId val="48672768"/>
        <c:scaling>
          <c:orientation val="minMax"/>
          <c:max val="8"/>
          <c:min val="0"/>
        </c:scaling>
        <c:delete val="0"/>
        <c:axPos val="l"/>
        <c:majorGridlines>
          <c:spPr>
            <a:ln xmlns:a="http://schemas.openxmlformats.org/drawingml/2006/main" w="5715">
              <a:solidFill>
                <a:srgbClr val="D6DEE0"/>
              </a:solidFill>
            </a:ln>
          </c:spPr>
        </c:majorGridlines>
        <c:numFmt formatCode="0"/>
        <c:majorTickMark val="none"/>
        <c:minorTickMark val="none"/>
        <c:spPr>
          <a:ln xmlns:a="http://schemas.openxmlformats.org/drawingml/2006/main" w="9525">
            <a:solidFill>
              <a:srgbClr val="D6DEE0"/>
            </a:solidFill>
          </a:ln>
        </c:spPr>
        <c:txPr>
          <a:bodyPr xmlns:a="http://schemas.openxmlformats.org/drawingml/2006/main" anchorCtr="1"/>
          <a:lstStyle xmlns:a="http://schemas.openxmlformats.org/drawingml/2006/main"/>
          <a:p xmlns:a="http://schemas.openxmlformats.org/drawingml/2006/main">
            <a:pPr>
              <a:defRPr sz="1125">
                <a:solidFill>
                  <a:srgbClr val="586368"/>
                </a:solidFill>
                <a:latin typeface="Noto Sans KR"/>
                <a:ea typeface="Noto Sans KR"/>
                <a:cs typeface="Noto Sans KR"/>
              </a:defRPr>
            </a:pPr>
          </a:p>
        </c:txPr>
        <c:crossAx val="48650112"/>
        <c:crossBetween val="between"/>
        <c:majorUnit val="2"/>
      </c:valAx>
      <c:spPr>
        <a:solidFill xmlns:a="http://schemas.openxmlformats.org/drawingml/2006/main">
          <a:srgbClr val="FFFFFF"/>
        </a:solidFill>
        <a:ln xmlns:a="http://schemas.openxmlformats.org/drawingml/2006/main" w="0">
          <a:noFill/>
        </a:ln>
      </c:spPr>
    </c:plotArea>
    <c:legend>
      <c:legendPos val="b"/>
      <c:layout>
        <c:manualLayout>
          <c:xMode val="edge"/>
          <c:yMode val="edge"/>
          <c:wMode val="factor"/>
          <c:hMode val="factor"/>
          <c:x val="0.035"/>
          <c:y val="0.87"/>
          <c:w val="0.93"/>
          <c:h val="0.11"/>
        </c:manualLayout>
      </c:layout>
      <c:overlay val="1"/>
      <c:txPr>
        <a:bodyPr xmlns:a="http://schemas.openxmlformats.org/drawingml/2006/main" anchorCtr="1"/>
        <a:lstStyle xmlns:a="http://schemas.openxmlformats.org/drawingml/2006/main"/>
        <a:p xmlns:a="http://schemas.openxmlformats.org/drawingml/2006/main">
          <a:pPr>
            <a:defRPr sz="1275">
              <a:solidFill>
                <a:srgbClr val="586368"/>
              </a:solidFill>
              <a:latin typeface="Noto Sans KR"/>
              <a:ea typeface="Noto Sans KR"/>
              <a:cs typeface="Noto Sans KR"/>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3" name="">
            <a:extLst xmlns:a="http://schemas.openxmlformats.org/drawingml/2006/main">
              <a:ext uri="{FF2B5EF4-FFF2-40B4-BE49-F238E27FC236}">
                <a16:creationId xmlns:a16="http://schemas.microsoft.com/office/drawing/2014/main" id="{EF2E803E-03D9-476D-912A-19D5755D7D47}"/>
              </a:ext>
            </a:extLst>
          </p:cNvPr>
          <p:cNvCxnSpPr>
            <a:stCxn xmlns:a="http://schemas.openxmlformats.org/drawingml/2006/main" id="23" idx="3"/>
            <a:endCxn xmlns:a="http://schemas.openxmlformats.org/drawingml/2006/main" id="26" idx="1"/>
          </p:cNvCxnSpPr>
          <p:nvPr/>
        </p:nvCxnSpPr>
        <p:spPr>
          <a:xfrm xmlns:a="http://schemas.openxmlformats.org/drawingml/2006/main">
            <a:off x="10306050" y="4076700"/>
            <a:ext cx="647700" cy="0"/>
          </a:xfrm>
          <a:prstGeom xmlns:a="http://schemas.openxmlformats.org/drawingml/2006/main" prst="straightConnector1">
            <a:avLst/>
          </a:prstGeom>
          <a:ln xmlns:a="http://schemas.openxmlformats.org/drawingml/2006/main" w="17145">
            <a:solidFill>
              <a:srgbClr val="586368"/>
            </a:solidFill>
            <a:tailEnd type="arrow" w="sm" len="sm"/>
          </a:ln>
        </p:spPr>
      </p:cxnSp>
      <p:cxnSp>
        <p:nvCxnSpPr>
          <p:cNvPr id="32" name="">
            <a:extLst xmlns:a="http://schemas.openxmlformats.org/drawingml/2006/main">
              <a:ext uri="{FF2B5EF4-FFF2-40B4-BE49-F238E27FC236}">
                <a16:creationId xmlns:a16="http://schemas.microsoft.com/office/drawing/2014/main" id="{F8A2BD0B-CA04-41A8-8D98-5ADB326CAF8E}"/>
              </a:ext>
            </a:extLst>
          </p:cNvPr>
          <p:cNvCxnSpPr>
            <a:stCxn xmlns:a="http://schemas.openxmlformats.org/drawingml/2006/main" id="20" idx="2"/>
            <a:endCxn xmlns:a="http://schemas.openxmlformats.org/drawingml/2006/main" id="23" idx="0"/>
          </p:cNvCxnSpPr>
          <p:nvPr/>
        </p:nvCxnSpPr>
        <p:spPr>
          <a:xfrm xmlns:a="http://schemas.openxmlformats.org/drawingml/2006/main">
            <a:off x="9382125" y="3371850"/>
            <a:ext cx="0" cy="361950"/>
          </a:xfrm>
          <a:prstGeom xmlns:a="http://schemas.openxmlformats.org/drawingml/2006/main" prst="straightConnector1">
            <a:avLst/>
          </a:prstGeom>
          <a:ln xmlns:a="http://schemas.openxmlformats.org/drawingml/2006/main" w="17145">
            <a:solidFill>
              <a:srgbClr val="586368"/>
            </a:solidFill>
            <a:tailEnd type="arrow" w="sm" len="sm"/>
          </a:ln>
        </p:spPr>
      </p:cxnSp>
      <p:cxnSp>
        <p:nvCxnSpPr>
          <p:cNvPr id="31" name="">
            <a:extLst xmlns:a="http://schemas.openxmlformats.org/drawingml/2006/main">
              <a:ext uri="{FF2B5EF4-FFF2-40B4-BE49-F238E27FC236}">
                <a16:creationId xmlns:a16="http://schemas.microsoft.com/office/drawing/2014/main" id="{E2FBAA31-05AF-448A-9766-611119363FE2}"/>
              </a:ext>
            </a:extLst>
          </p:cNvPr>
          <p:cNvCxnSpPr>
            <a:stCxn xmlns:a="http://schemas.openxmlformats.org/drawingml/2006/main" id="17" idx="3"/>
            <a:endCxn xmlns:a="http://schemas.openxmlformats.org/drawingml/2006/main" id="20" idx="1"/>
          </p:cNvCxnSpPr>
          <p:nvPr/>
        </p:nvCxnSpPr>
        <p:spPr>
          <a:xfrm xmlns:a="http://schemas.openxmlformats.org/drawingml/2006/main">
            <a:off x="8048625" y="2928938"/>
            <a:ext cx="409575" cy="0"/>
          </a:xfrm>
          <a:prstGeom xmlns:a="http://schemas.openxmlformats.org/drawingml/2006/main" prst="straightConnector1">
            <a:avLst/>
          </a:prstGeom>
          <a:ln xmlns:a="http://schemas.openxmlformats.org/drawingml/2006/main" w="17145">
            <a:solidFill>
              <a:srgbClr val="586368"/>
            </a:solidFill>
            <a:tailEnd type="arrow" w="sm" len="sm"/>
          </a:ln>
        </p:spPr>
      </p:cxnSp>
      <p:cxnSp>
        <p:nvCxnSpPr>
          <p:cNvPr id="30" name="">
            <a:extLst xmlns:a="http://schemas.openxmlformats.org/drawingml/2006/main">
              <a:ext uri="{FF2B5EF4-FFF2-40B4-BE49-F238E27FC236}">
                <a16:creationId xmlns:a16="http://schemas.microsoft.com/office/drawing/2014/main" id="{10E5F41C-8118-4F62-9349-8F31CB86933A}"/>
              </a:ext>
            </a:extLst>
          </p:cNvPr>
          <p:cNvCxnSpPr>
            <a:stCxn xmlns:a="http://schemas.openxmlformats.org/drawingml/2006/main" id="14" idx="3"/>
            <a:endCxn xmlns:a="http://schemas.openxmlformats.org/drawingml/2006/main" id="17" idx="1"/>
          </p:cNvCxnSpPr>
          <p:nvPr/>
        </p:nvCxnSpPr>
        <p:spPr>
          <a:xfrm xmlns:a="http://schemas.openxmlformats.org/drawingml/2006/main">
            <a:off x="5534025" y="2928938"/>
            <a:ext cx="419100" cy="0"/>
          </a:xfrm>
          <a:prstGeom xmlns:a="http://schemas.openxmlformats.org/drawingml/2006/main" prst="straightConnector1">
            <a:avLst/>
          </a:prstGeom>
          <a:ln xmlns:a="http://schemas.openxmlformats.org/drawingml/2006/main" w="17145">
            <a:solidFill>
              <a:srgbClr val="586368"/>
            </a:solidFill>
            <a:tailEnd type="arrow" w="sm" len="sm"/>
          </a:ln>
        </p:spPr>
      </p:cxnSp>
      <p:cxnSp>
        <p:nvCxnSpPr>
          <p:cNvPr id="29" name="">
            <a:extLst xmlns:a="http://schemas.openxmlformats.org/drawingml/2006/main">
              <a:ext uri="{FF2B5EF4-FFF2-40B4-BE49-F238E27FC236}">
                <a16:creationId xmlns:a16="http://schemas.microsoft.com/office/drawing/2014/main" id="{5C40433E-6BFE-4436-92B8-1880B41B8554}"/>
              </a:ext>
            </a:extLst>
          </p:cNvPr>
          <p:cNvCxnSpPr>
            <a:stCxn xmlns:a="http://schemas.openxmlformats.org/drawingml/2006/main" id="9" idx="3"/>
            <a:endCxn xmlns:a="http://schemas.openxmlformats.org/drawingml/2006/main" id="14" idx="1"/>
          </p:cNvCxnSpPr>
          <p:nvPr/>
        </p:nvCxnSpPr>
        <p:spPr>
          <a:xfrm xmlns:a="http://schemas.openxmlformats.org/drawingml/2006/main" flipV="1">
            <a:off x="2905125" y="2928938"/>
            <a:ext cx="619125" cy="42863"/>
          </a:xfrm>
          <a:prstGeom xmlns:a="http://schemas.openxmlformats.org/drawingml/2006/main" prst="straightConnector1">
            <a:avLst/>
          </a:prstGeom>
          <a:ln xmlns:a="http://schemas.openxmlformats.org/drawingml/2006/main" w="17145">
            <a:solidFill>
              <a:srgbClr val="586368"/>
            </a:solidFill>
            <a:tailEnd type="arrow" w="sm" len="sm"/>
          </a:ln>
        </p:spPr>
      </p:cxnSp>
      <p:sp>
        <p:nvSpPr>
          <p:cNvPr id="49" name="shape">
            <a:extLst xmlns:a="http://schemas.openxmlformats.org/drawingml/2006/main">
              <a:ext uri="{FF2B5EF4-FFF2-40B4-BE49-F238E27FC236}">
                <a16:creationId xmlns:a16="http://schemas.microsoft.com/office/drawing/2014/main" id="{508F941C-9B38-472D-9F19-5968397620F4}"/>
              </a:ext>
            </a:extLst>
          </p:cNvPr>
          <p:cNvSpPr>
            <a:spLocks xmlns:a="http://schemas.openxmlformats.org/drawingml/2006/main" noGrp="1"/>
          </p:cNvSpPr>
          <p:nvPr/>
        </p:nvSpPr>
        <p:spPr>
          <a:xfrm xmlns:a="http://schemas.openxmlformats.org/drawingml/2006/main">
            <a:off x="0" y="0"/>
            <a:ext cx="228600" cy="1333500"/>
          </a:xfrm>
          <a:prstGeom xmlns:a="http://schemas.openxmlformats.org/drawingml/2006/main" prst="rect">
            <a:avLst/>
          </a:prstGeom>
          <a:solidFill xmlns:a="http://schemas.openxmlformats.org/drawingml/2006/main">
            <a:srgbClr val="141719"/>
          </a:solidFill>
          <a:ln xmlns:a="http://schemas.openxmlformats.org/drawingml/2006/main" w="0">
            <a:noFill/>
            <a:prstDash val="solid"/>
          </a:ln>
        </p:spPr>
      </p:sp>
      <p:sp>
        <p:nvSpPr>
          <p:cNvPr id="2" name="text">
            <a:extLst xmlns:a="http://schemas.openxmlformats.org/drawingml/2006/main">
              <a:ext uri="{FF2B5EF4-FFF2-40B4-BE49-F238E27FC236}">
                <a16:creationId xmlns:a16="http://schemas.microsoft.com/office/drawing/2014/main" id="{376503DE-A9C2-4694-A04A-FD27921E748B}"/>
              </a:ext>
            </a:extLst>
          </p:cNvPr>
          <p:cNvSpPr>
            <a:spLocks xmlns:a="http://schemas.openxmlformats.org/drawingml/2006/main" noGrp="1"/>
          </p:cNvSpPr>
          <p:nvPr/>
        </p:nvSpPr>
        <p:spPr>
          <a:xfrm xmlns:a="http://schemas.openxmlformats.org/drawingml/2006/main">
            <a:off x="742950" y="266700"/>
            <a:ext cx="1162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41719"/>
                </a:solidFill>
                <a:latin typeface="Noto Sans KR"/>
                <a:ea typeface="Noto Sans KR"/>
                <a:cs typeface="Noto Sans KR"/>
              </a:defRPr>
            </a:defPPr>
            <a:lvl1pPr algn="l">
              <a:defRPr sz="1425" b="1">
                <a:solidFill>
                  <a:srgbClr val="141719"/>
                </a:solidFill>
                <a:latin typeface="Noto Sans KR"/>
                <a:ea typeface="Noto Sans KR"/>
                <a:cs typeface="Noto Sans KR"/>
              </a:defRPr>
            </a:lvl1pPr>
            <a:lvl2pPr algn="l">
              <a:defRPr sz="1425" b="1">
                <a:solidFill>
                  <a:srgbClr val="141719"/>
                </a:solidFill>
                <a:latin typeface="Noto Sans KR"/>
                <a:ea typeface="Noto Sans KR"/>
                <a:cs typeface="Noto Sans KR"/>
              </a:defRPr>
            </a:lvl2pPr>
            <a:lvl3pPr algn="l">
              <a:defRPr sz="1425" b="1">
                <a:solidFill>
                  <a:srgbClr val="141719"/>
                </a:solidFill>
                <a:latin typeface="Noto Sans KR"/>
                <a:ea typeface="Noto Sans KR"/>
                <a:cs typeface="Noto Sans KR"/>
              </a:defRPr>
            </a:lvl3pPr>
            <a:lvl4pPr algn="l">
              <a:defRPr sz="1425" b="1">
                <a:solidFill>
                  <a:srgbClr val="141719"/>
                </a:solidFill>
                <a:latin typeface="Noto Sans KR"/>
                <a:ea typeface="Noto Sans KR"/>
                <a:cs typeface="Noto Sans KR"/>
              </a:defRPr>
            </a:lvl4pPr>
            <a:lvl5pPr algn="l">
              <a:defRPr sz="1425" b="1">
                <a:solidFill>
                  <a:srgbClr val="141719"/>
                </a:solidFill>
                <a:latin typeface="Noto Sans KR"/>
                <a:ea typeface="Noto Sans KR"/>
                <a:cs typeface="Noto Sans KR"/>
              </a:defRPr>
            </a:lvl5pPr>
            <a:lvl6pPr algn="l">
              <a:defRPr sz="1425" b="1">
                <a:solidFill>
                  <a:srgbClr val="141719"/>
                </a:solidFill>
                <a:latin typeface="Noto Sans KR"/>
                <a:ea typeface="Noto Sans KR"/>
                <a:cs typeface="Noto Sans KR"/>
              </a:defRPr>
            </a:lvl6pPr>
            <a:lvl7pPr algn="l">
              <a:defRPr sz="1425" b="1">
                <a:solidFill>
                  <a:srgbClr val="141719"/>
                </a:solidFill>
                <a:latin typeface="Noto Sans KR"/>
                <a:ea typeface="Noto Sans KR"/>
                <a:cs typeface="Noto Sans KR"/>
              </a:defRPr>
            </a:lvl7pPr>
            <a:lvl8pPr algn="l">
              <a:defRPr sz="1425" b="1">
                <a:solidFill>
                  <a:srgbClr val="141719"/>
                </a:solidFill>
                <a:latin typeface="Noto Sans KR"/>
                <a:ea typeface="Noto Sans KR"/>
                <a:cs typeface="Noto Sans KR"/>
              </a:defRPr>
            </a:lvl8pPr>
            <a:lvl9pPr algn="l">
              <a:defRPr sz="1425" b="1">
                <a:solidFill>
                  <a:srgbClr val="141719"/>
                </a:solidFill>
                <a:latin typeface="Noto Sans KR"/>
                <a:ea typeface="Noto Sans KR"/>
                <a:cs typeface="Noto Sans KR"/>
              </a:defRPr>
            </a:lvl9pPr>
          </a:lstStyle>
          <a:p xmlns:a="http://schemas.openxmlformats.org/drawingml/2006/main">
            <a:pPr algn="l">
              <a:lnSpc>
                <a:spcPct val="118000"/>
              </a:lnSpc>
              <a:buNone/>
              <a:defRPr sz="1425" b="1">
                <a:solidFill>
                  <a:srgbClr val="141719"/>
                </a:solidFill>
                <a:latin typeface="Noto Sans KR"/>
                <a:ea typeface="Noto Sans KR"/>
                <a:cs typeface="Noto Sans KR"/>
              </a:defRPr>
            </a:pPr>
            <a:r>
              <a:rPr sz="1425" b="1">
                <a:solidFill>
                  <a:srgbClr val="141719"/>
                </a:solidFill>
                <a:latin typeface="Noto Sans KR"/>
                <a:ea typeface="Noto Sans KR"/>
                <a:cs typeface="Noto Sans KR"/>
              </a:rPr>
              <a:t>2. 개발 환경 설명</a:t>
            </a:r>
          </a:p>
        </p:txBody>
      </p:sp>
      <p:sp>
        <p:nvSpPr>
          <p:cNvPr id="3" name="text">
            <a:extLst xmlns:a="http://schemas.openxmlformats.org/drawingml/2006/main">
              <a:ext uri="{FF2B5EF4-FFF2-40B4-BE49-F238E27FC236}">
                <a16:creationId xmlns:a16="http://schemas.microsoft.com/office/drawing/2014/main" id="{3D5EA224-F9F0-4BA9-9E38-B7265582F62A}"/>
              </a:ext>
            </a:extLst>
          </p:cNvPr>
          <p:cNvSpPr>
            <a:spLocks xmlns:a="http://schemas.openxmlformats.org/drawingml/2006/main" noGrp="1"/>
          </p:cNvSpPr>
          <p:nvPr/>
        </p:nvSpPr>
        <p:spPr>
          <a:xfrm xmlns:a="http://schemas.openxmlformats.org/drawingml/2006/main">
            <a:off x="714375" y="714375"/>
            <a:ext cx="12239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1719"/>
                </a:solidFill>
                <a:latin typeface="Noto Sans KR"/>
                <a:ea typeface="Noto Sans KR"/>
                <a:cs typeface="Noto Sans KR"/>
              </a:defRPr>
            </a:defPPr>
            <a:lvl1pPr algn="l">
              <a:defRPr sz="3225" b="1">
                <a:solidFill>
                  <a:srgbClr val="141719"/>
                </a:solidFill>
                <a:latin typeface="Noto Sans KR"/>
                <a:ea typeface="Noto Sans KR"/>
                <a:cs typeface="Noto Sans KR"/>
              </a:defRPr>
            </a:lvl1pPr>
            <a:lvl2pPr algn="l">
              <a:defRPr sz="3225" b="1">
                <a:solidFill>
                  <a:srgbClr val="141719"/>
                </a:solidFill>
                <a:latin typeface="Noto Sans KR"/>
                <a:ea typeface="Noto Sans KR"/>
                <a:cs typeface="Noto Sans KR"/>
              </a:defRPr>
            </a:lvl2pPr>
            <a:lvl3pPr algn="l">
              <a:defRPr sz="3225" b="1">
                <a:solidFill>
                  <a:srgbClr val="141719"/>
                </a:solidFill>
                <a:latin typeface="Noto Sans KR"/>
                <a:ea typeface="Noto Sans KR"/>
                <a:cs typeface="Noto Sans KR"/>
              </a:defRPr>
            </a:lvl3pPr>
            <a:lvl4pPr algn="l">
              <a:defRPr sz="3225" b="1">
                <a:solidFill>
                  <a:srgbClr val="141719"/>
                </a:solidFill>
                <a:latin typeface="Noto Sans KR"/>
                <a:ea typeface="Noto Sans KR"/>
                <a:cs typeface="Noto Sans KR"/>
              </a:defRPr>
            </a:lvl4pPr>
            <a:lvl5pPr algn="l">
              <a:defRPr sz="3225" b="1">
                <a:solidFill>
                  <a:srgbClr val="141719"/>
                </a:solidFill>
                <a:latin typeface="Noto Sans KR"/>
                <a:ea typeface="Noto Sans KR"/>
                <a:cs typeface="Noto Sans KR"/>
              </a:defRPr>
            </a:lvl5pPr>
            <a:lvl6pPr algn="l">
              <a:defRPr sz="3225" b="1">
                <a:solidFill>
                  <a:srgbClr val="141719"/>
                </a:solidFill>
                <a:latin typeface="Noto Sans KR"/>
                <a:ea typeface="Noto Sans KR"/>
                <a:cs typeface="Noto Sans KR"/>
              </a:defRPr>
            </a:lvl6pPr>
            <a:lvl7pPr algn="l">
              <a:defRPr sz="3225" b="1">
                <a:solidFill>
                  <a:srgbClr val="141719"/>
                </a:solidFill>
                <a:latin typeface="Noto Sans KR"/>
                <a:ea typeface="Noto Sans KR"/>
                <a:cs typeface="Noto Sans KR"/>
              </a:defRPr>
            </a:lvl7pPr>
            <a:lvl8pPr algn="l">
              <a:defRPr sz="3225" b="1">
                <a:solidFill>
                  <a:srgbClr val="141719"/>
                </a:solidFill>
                <a:latin typeface="Noto Sans KR"/>
                <a:ea typeface="Noto Sans KR"/>
                <a:cs typeface="Noto Sans KR"/>
              </a:defRPr>
            </a:lvl8pPr>
            <a:lvl9pPr algn="l">
              <a:defRPr sz="3225" b="1">
                <a:solidFill>
                  <a:srgbClr val="141719"/>
                </a:solidFill>
                <a:latin typeface="Noto Sans KR"/>
                <a:ea typeface="Noto Sans KR"/>
                <a:cs typeface="Noto Sans KR"/>
              </a:defRPr>
            </a:lvl9pPr>
          </a:lstStyle>
          <a:p xmlns:a="http://schemas.openxmlformats.org/drawingml/2006/main">
            <a:pPr algn="l">
              <a:lnSpc>
                <a:spcPct val="118000"/>
              </a:lnSpc>
              <a:buNone/>
              <a:defRPr sz="3225" b="1">
                <a:solidFill>
                  <a:srgbClr val="141719"/>
                </a:solidFill>
                <a:latin typeface="Noto Sans KR"/>
                <a:ea typeface="Noto Sans KR"/>
                <a:cs typeface="Noto Sans KR"/>
              </a:defRPr>
            </a:pPr>
            <a:r>
              <a:rPr sz="3225" b="1">
                <a:solidFill>
                  <a:srgbClr val="141719"/>
                </a:solidFill>
                <a:latin typeface="Noto Sans KR"/>
                <a:ea typeface="Noto Sans KR"/>
                <a:cs typeface="Noto Sans KR"/>
              </a:rPr>
              <a:t>Pi 기반 실행 환경과 데이터 구조</a:t>
            </a:r>
          </a:p>
        </p:txBody>
      </p:sp>
      <p:sp>
        <p:nvSpPr>
          <p:cNvPr id="4" name="">
            <a:extLst xmlns:a="http://schemas.openxmlformats.org/drawingml/2006/main">
              <a:ext uri="{FF2B5EF4-FFF2-40B4-BE49-F238E27FC236}">
                <a16:creationId xmlns:a16="http://schemas.microsoft.com/office/drawing/2014/main" id="{74952A30-FEDA-4ACF-808C-25742D4F42E3}"/>
              </a:ext>
            </a:extLst>
          </p:cNvPr>
          <p:cNvSpPr>
            <a:spLocks xmlns:a="http://schemas.openxmlformats.org/drawingml/2006/main" noGrp="1"/>
          </p:cNvSpPr>
          <p:nvPr/>
        </p:nvSpPr>
        <p:spPr>
          <a:xfrm xmlns:a="http://schemas.openxmlformats.org/drawingml/2006/main">
            <a:off x="762000" y="7248525"/>
            <a:ext cx="12192000" cy="0"/>
          </a:xfrm>
          <a:prstGeom xmlns:a="http://schemas.openxmlformats.org/drawingml/2006/main" prst="line">
            <a:avLst/>
          </a:prstGeom>
          <a:noFill xmlns:a="http://schemas.openxmlformats.org/drawingml/2006/main"/>
          <a:ln xmlns:a="http://schemas.openxmlformats.org/drawingml/2006/main" w="9525">
            <a:solidFill>
              <a:srgbClr val="D6DEE0"/>
            </a:solidFill>
            <a:prstDash val="solid"/>
          </a:ln>
        </p:spPr>
      </p:sp>
      <p:sp>
        <p:nvSpPr>
          <p:cNvPr id="5" name="text">
            <a:extLst xmlns:a="http://schemas.openxmlformats.org/drawingml/2006/main">
              <a:ext uri="{FF2B5EF4-FFF2-40B4-BE49-F238E27FC236}">
                <a16:creationId xmlns:a16="http://schemas.microsoft.com/office/drawing/2014/main" id="{A7B4510E-A23D-469E-9880-841492956FC2}"/>
              </a:ext>
            </a:extLst>
          </p:cNvPr>
          <p:cNvSpPr>
            <a:spLocks xmlns:a="http://schemas.openxmlformats.org/drawingml/2006/main" noGrp="1"/>
          </p:cNvSpPr>
          <p:nvPr/>
        </p:nvSpPr>
        <p:spPr>
          <a:xfrm xmlns:a="http://schemas.openxmlformats.org/drawingml/2006/main">
            <a:off x="762000" y="7400925"/>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586368"/>
                </a:solidFill>
                <a:latin typeface="Noto Sans KR"/>
                <a:ea typeface="Noto Sans KR"/>
                <a:cs typeface="Noto Sans KR"/>
              </a:defRPr>
            </a:defPPr>
            <a:lvl1pPr algn="l">
              <a:defRPr sz="1013" b="0">
                <a:solidFill>
                  <a:srgbClr val="586368"/>
                </a:solidFill>
                <a:latin typeface="Noto Sans KR"/>
                <a:ea typeface="Noto Sans KR"/>
                <a:cs typeface="Noto Sans KR"/>
              </a:defRPr>
            </a:lvl1pPr>
            <a:lvl2pPr algn="l">
              <a:defRPr sz="1013" b="0">
                <a:solidFill>
                  <a:srgbClr val="586368"/>
                </a:solidFill>
                <a:latin typeface="Noto Sans KR"/>
                <a:ea typeface="Noto Sans KR"/>
                <a:cs typeface="Noto Sans KR"/>
              </a:defRPr>
            </a:lvl2pPr>
            <a:lvl3pPr algn="l">
              <a:defRPr sz="1013" b="0">
                <a:solidFill>
                  <a:srgbClr val="586368"/>
                </a:solidFill>
                <a:latin typeface="Noto Sans KR"/>
                <a:ea typeface="Noto Sans KR"/>
                <a:cs typeface="Noto Sans KR"/>
              </a:defRPr>
            </a:lvl3pPr>
            <a:lvl4pPr algn="l">
              <a:defRPr sz="1013" b="0">
                <a:solidFill>
                  <a:srgbClr val="586368"/>
                </a:solidFill>
                <a:latin typeface="Noto Sans KR"/>
                <a:ea typeface="Noto Sans KR"/>
                <a:cs typeface="Noto Sans KR"/>
              </a:defRPr>
            </a:lvl4pPr>
            <a:lvl5pPr algn="l">
              <a:defRPr sz="1013" b="0">
                <a:solidFill>
                  <a:srgbClr val="586368"/>
                </a:solidFill>
                <a:latin typeface="Noto Sans KR"/>
                <a:ea typeface="Noto Sans KR"/>
                <a:cs typeface="Noto Sans KR"/>
              </a:defRPr>
            </a:lvl5pPr>
            <a:lvl6pPr algn="l">
              <a:defRPr sz="1013" b="0">
                <a:solidFill>
                  <a:srgbClr val="586368"/>
                </a:solidFill>
                <a:latin typeface="Noto Sans KR"/>
                <a:ea typeface="Noto Sans KR"/>
                <a:cs typeface="Noto Sans KR"/>
              </a:defRPr>
            </a:lvl6pPr>
            <a:lvl7pPr algn="l">
              <a:defRPr sz="1013" b="0">
                <a:solidFill>
                  <a:srgbClr val="586368"/>
                </a:solidFill>
                <a:latin typeface="Noto Sans KR"/>
                <a:ea typeface="Noto Sans KR"/>
                <a:cs typeface="Noto Sans KR"/>
              </a:defRPr>
            </a:lvl7pPr>
            <a:lvl8pPr algn="l">
              <a:defRPr sz="1013" b="0">
                <a:solidFill>
                  <a:srgbClr val="586368"/>
                </a:solidFill>
                <a:latin typeface="Noto Sans KR"/>
                <a:ea typeface="Noto Sans KR"/>
                <a:cs typeface="Noto Sans KR"/>
              </a:defRPr>
            </a:lvl8pPr>
            <a:lvl9pPr algn="l">
              <a:defRPr sz="1013" b="0">
                <a:solidFill>
                  <a:srgbClr val="586368"/>
                </a:solidFill>
                <a:latin typeface="Noto Sans KR"/>
                <a:ea typeface="Noto Sans KR"/>
                <a:cs typeface="Noto Sans KR"/>
              </a:defRPr>
            </a:lvl9pPr>
          </a:lstStyle>
          <a:p xmlns:a="http://schemas.openxmlformats.org/drawingml/2006/main">
            <a:pPr algn="l">
              <a:lnSpc>
                <a:spcPct val="118000"/>
              </a:lnSpc>
              <a:buNone/>
              <a:defRPr sz="1013" b="0">
                <a:solidFill>
                  <a:srgbClr val="586368"/>
                </a:solidFill>
                <a:latin typeface="Noto Sans KR"/>
                <a:ea typeface="Noto Sans KR"/>
                <a:cs typeface="Noto Sans KR"/>
              </a:defRPr>
            </a:pPr>
            <a:r>
              <a:rPr sz="1013" b="0">
                <a:solidFill>
                  <a:srgbClr val="586368"/>
                </a:solidFill>
                <a:latin typeface="Noto Sans KR"/>
                <a:ea typeface="Noto Sans KR"/>
                <a:cs typeface="Noto Sans KR"/>
              </a:rPr>
              <a:t>Home Assistant 가전 반복행동 판단</a:t>
            </a:r>
          </a:p>
        </p:txBody>
      </p:sp>
      <p:sp>
        <p:nvSpPr>
          <p:cNvPr id="6" name="text">
            <a:extLst xmlns:a="http://schemas.openxmlformats.org/drawingml/2006/main">
              <a:ext uri="{FF2B5EF4-FFF2-40B4-BE49-F238E27FC236}">
                <a16:creationId xmlns:a16="http://schemas.microsoft.com/office/drawing/2014/main" id="{A1591C6C-450F-44C7-8161-BC2DEEF46C6A}"/>
              </a:ext>
            </a:extLst>
          </p:cNvPr>
          <p:cNvSpPr>
            <a:spLocks xmlns:a="http://schemas.openxmlformats.org/drawingml/2006/main" noGrp="1"/>
          </p:cNvSpPr>
          <p:nvPr/>
        </p:nvSpPr>
        <p:spPr>
          <a:xfrm xmlns:a="http://schemas.openxmlformats.org/drawingml/2006/main">
            <a:off x="7334250" y="7400925"/>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13" b="0">
                <a:solidFill>
                  <a:srgbClr val="586368"/>
                </a:solidFill>
                <a:latin typeface="Noto Sans KR"/>
                <a:ea typeface="Noto Sans KR"/>
                <a:cs typeface="Noto Sans KR"/>
              </a:defRPr>
            </a:defPPr>
            <a:lvl1pPr algn="r">
              <a:defRPr sz="1013" b="0">
                <a:solidFill>
                  <a:srgbClr val="586368"/>
                </a:solidFill>
                <a:latin typeface="Noto Sans KR"/>
                <a:ea typeface="Noto Sans KR"/>
                <a:cs typeface="Noto Sans KR"/>
              </a:defRPr>
            </a:lvl1pPr>
            <a:lvl2pPr algn="r">
              <a:defRPr sz="1013" b="0">
                <a:solidFill>
                  <a:srgbClr val="586368"/>
                </a:solidFill>
                <a:latin typeface="Noto Sans KR"/>
                <a:ea typeface="Noto Sans KR"/>
                <a:cs typeface="Noto Sans KR"/>
              </a:defRPr>
            </a:lvl2pPr>
            <a:lvl3pPr algn="r">
              <a:defRPr sz="1013" b="0">
                <a:solidFill>
                  <a:srgbClr val="586368"/>
                </a:solidFill>
                <a:latin typeface="Noto Sans KR"/>
                <a:ea typeface="Noto Sans KR"/>
                <a:cs typeface="Noto Sans KR"/>
              </a:defRPr>
            </a:lvl3pPr>
            <a:lvl4pPr algn="r">
              <a:defRPr sz="1013" b="0">
                <a:solidFill>
                  <a:srgbClr val="586368"/>
                </a:solidFill>
                <a:latin typeface="Noto Sans KR"/>
                <a:ea typeface="Noto Sans KR"/>
                <a:cs typeface="Noto Sans KR"/>
              </a:defRPr>
            </a:lvl4pPr>
            <a:lvl5pPr algn="r">
              <a:defRPr sz="1013" b="0">
                <a:solidFill>
                  <a:srgbClr val="586368"/>
                </a:solidFill>
                <a:latin typeface="Noto Sans KR"/>
                <a:ea typeface="Noto Sans KR"/>
                <a:cs typeface="Noto Sans KR"/>
              </a:defRPr>
            </a:lvl5pPr>
            <a:lvl6pPr algn="r">
              <a:defRPr sz="1013" b="0">
                <a:solidFill>
                  <a:srgbClr val="586368"/>
                </a:solidFill>
                <a:latin typeface="Noto Sans KR"/>
                <a:ea typeface="Noto Sans KR"/>
                <a:cs typeface="Noto Sans KR"/>
              </a:defRPr>
            </a:lvl6pPr>
            <a:lvl7pPr algn="r">
              <a:defRPr sz="1013" b="0">
                <a:solidFill>
                  <a:srgbClr val="586368"/>
                </a:solidFill>
                <a:latin typeface="Noto Sans KR"/>
                <a:ea typeface="Noto Sans KR"/>
                <a:cs typeface="Noto Sans KR"/>
              </a:defRPr>
            </a:lvl7pPr>
            <a:lvl8pPr algn="r">
              <a:defRPr sz="1013" b="0">
                <a:solidFill>
                  <a:srgbClr val="586368"/>
                </a:solidFill>
                <a:latin typeface="Noto Sans KR"/>
                <a:ea typeface="Noto Sans KR"/>
                <a:cs typeface="Noto Sans KR"/>
              </a:defRPr>
            </a:lvl8pPr>
            <a:lvl9pPr algn="r">
              <a:defRPr sz="1013" b="0">
                <a:solidFill>
                  <a:srgbClr val="586368"/>
                </a:solidFill>
                <a:latin typeface="Noto Sans KR"/>
                <a:ea typeface="Noto Sans KR"/>
                <a:cs typeface="Noto Sans KR"/>
              </a:defRPr>
            </a:lvl9pPr>
          </a:lstStyle>
          <a:p xmlns:a="http://schemas.openxmlformats.org/drawingml/2006/main">
            <a:pPr algn="r">
              <a:lnSpc>
                <a:spcPct val="118000"/>
              </a:lnSpc>
              <a:buNone/>
              <a:defRPr sz="1013" b="0">
                <a:solidFill>
                  <a:srgbClr val="586368"/>
                </a:solidFill>
                <a:latin typeface="Noto Sans KR"/>
                <a:ea typeface="Noto Sans KR"/>
                <a:cs typeface="Noto Sans KR"/>
              </a:defRPr>
            </a:pPr>
            <a:r>
              <a:rPr sz="1013" b="0">
                <a:solidFill>
                  <a:srgbClr val="586368"/>
                </a:solidFill>
                <a:latin typeface="Noto Sans KR"/>
                <a:ea typeface="Noto Sans KR"/>
                <a:cs typeface="Noto Sans KR"/>
              </a:rPr>
              <a:t>합성 데이터 시험 · 환자 대상 성능 미평가</a:t>
            </a:r>
          </a:p>
        </p:txBody>
      </p:sp>
      <p:sp>
        <p:nvSpPr>
          <p:cNvPr id="7" name="text">
            <a:extLst xmlns:a="http://schemas.openxmlformats.org/drawingml/2006/main">
              <a:ext uri="{FF2B5EF4-FFF2-40B4-BE49-F238E27FC236}">
                <a16:creationId xmlns:a16="http://schemas.microsoft.com/office/drawing/2014/main" id="{10A02612-0B9B-4A8E-A3BC-6F1ECF7EDC24}"/>
              </a:ext>
            </a:extLst>
          </p:cNvPr>
          <p:cNvSpPr>
            <a:spLocks xmlns:a="http://schemas.openxmlformats.org/drawingml/2006/main" noGrp="1"/>
          </p:cNvSpPr>
          <p:nvPr/>
        </p:nvSpPr>
        <p:spPr>
          <a:xfrm xmlns:a="http://schemas.openxmlformats.org/drawingml/2006/main">
            <a:off x="12382500" y="7353300"/>
            <a:ext cx="571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1">
                <a:solidFill>
                  <a:srgbClr val="141719"/>
                </a:solidFill>
                <a:latin typeface="Noto Sans KR"/>
                <a:ea typeface="Noto Sans KR"/>
                <a:cs typeface="Noto Sans KR"/>
              </a:defRPr>
            </a:defPPr>
            <a:lvl1pPr algn="r">
              <a:defRPr sz="1500" b="1">
                <a:solidFill>
                  <a:srgbClr val="141719"/>
                </a:solidFill>
                <a:latin typeface="Noto Sans KR"/>
                <a:ea typeface="Noto Sans KR"/>
                <a:cs typeface="Noto Sans KR"/>
              </a:defRPr>
            </a:lvl1pPr>
            <a:lvl2pPr algn="r">
              <a:defRPr sz="1500" b="1">
                <a:solidFill>
                  <a:srgbClr val="141719"/>
                </a:solidFill>
                <a:latin typeface="Noto Sans KR"/>
                <a:ea typeface="Noto Sans KR"/>
                <a:cs typeface="Noto Sans KR"/>
              </a:defRPr>
            </a:lvl2pPr>
            <a:lvl3pPr algn="r">
              <a:defRPr sz="1500" b="1">
                <a:solidFill>
                  <a:srgbClr val="141719"/>
                </a:solidFill>
                <a:latin typeface="Noto Sans KR"/>
                <a:ea typeface="Noto Sans KR"/>
                <a:cs typeface="Noto Sans KR"/>
              </a:defRPr>
            </a:lvl3pPr>
            <a:lvl4pPr algn="r">
              <a:defRPr sz="1500" b="1">
                <a:solidFill>
                  <a:srgbClr val="141719"/>
                </a:solidFill>
                <a:latin typeface="Noto Sans KR"/>
                <a:ea typeface="Noto Sans KR"/>
                <a:cs typeface="Noto Sans KR"/>
              </a:defRPr>
            </a:lvl4pPr>
            <a:lvl5pPr algn="r">
              <a:defRPr sz="1500" b="1">
                <a:solidFill>
                  <a:srgbClr val="141719"/>
                </a:solidFill>
                <a:latin typeface="Noto Sans KR"/>
                <a:ea typeface="Noto Sans KR"/>
                <a:cs typeface="Noto Sans KR"/>
              </a:defRPr>
            </a:lvl5pPr>
            <a:lvl6pPr algn="r">
              <a:defRPr sz="1500" b="1">
                <a:solidFill>
                  <a:srgbClr val="141719"/>
                </a:solidFill>
                <a:latin typeface="Noto Sans KR"/>
                <a:ea typeface="Noto Sans KR"/>
                <a:cs typeface="Noto Sans KR"/>
              </a:defRPr>
            </a:lvl6pPr>
            <a:lvl7pPr algn="r">
              <a:defRPr sz="1500" b="1">
                <a:solidFill>
                  <a:srgbClr val="141719"/>
                </a:solidFill>
                <a:latin typeface="Noto Sans KR"/>
                <a:ea typeface="Noto Sans KR"/>
                <a:cs typeface="Noto Sans KR"/>
              </a:defRPr>
            </a:lvl7pPr>
            <a:lvl8pPr algn="r">
              <a:defRPr sz="1500" b="1">
                <a:solidFill>
                  <a:srgbClr val="141719"/>
                </a:solidFill>
                <a:latin typeface="Noto Sans KR"/>
                <a:ea typeface="Noto Sans KR"/>
                <a:cs typeface="Noto Sans KR"/>
              </a:defRPr>
            </a:lvl8pPr>
            <a:lvl9pPr algn="r">
              <a:defRPr sz="1500" b="1">
                <a:solidFill>
                  <a:srgbClr val="141719"/>
                </a:solidFill>
                <a:latin typeface="Noto Sans KR"/>
                <a:ea typeface="Noto Sans KR"/>
                <a:cs typeface="Noto Sans KR"/>
              </a:defRPr>
            </a:lvl9pPr>
          </a:lstStyle>
          <a:p xmlns:a="http://schemas.openxmlformats.org/drawingml/2006/main">
            <a:pPr algn="r">
              <a:lnSpc>
                <a:spcPct val="118000"/>
              </a:lnSpc>
              <a:buNone/>
              <a:defRPr sz="1500" b="1">
                <a:solidFill>
                  <a:srgbClr val="141719"/>
                </a:solidFill>
                <a:latin typeface="Noto Sans KR"/>
                <a:ea typeface="Noto Sans KR"/>
                <a:cs typeface="Noto Sans KR"/>
              </a:defRPr>
            </a:pPr>
            <a:r>
              <a:rPr sz="1500" b="1">
                <a:solidFill>
                  <a:srgbClr val="141719"/>
                </a:solidFill>
                <a:latin typeface="Noto Sans KR"/>
                <a:ea typeface="Noto Sans KR"/>
                <a:cs typeface="Noto Sans KR"/>
              </a:rPr>
              <a:t>01</a:t>
            </a:r>
          </a:p>
        </p:txBody>
      </p:sp>
      <p:sp>
        <p:nvSpPr>
          <p:cNvPr id="8" name="text">
            <a:extLst xmlns:a="http://schemas.openxmlformats.org/drawingml/2006/main">
              <a:ext uri="{FF2B5EF4-FFF2-40B4-BE49-F238E27FC236}">
                <a16:creationId xmlns:a16="http://schemas.microsoft.com/office/drawing/2014/main" id="{3960BFC3-C669-4F91-A985-91BF44938DBA}"/>
              </a:ext>
            </a:extLst>
          </p:cNvPr>
          <p:cNvSpPr>
            <a:spLocks xmlns:a="http://schemas.openxmlformats.org/drawingml/2006/main" noGrp="1"/>
          </p:cNvSpPr>
          <p:nvPr/>
        </p:nvSpPr>
        <p:spPr>
          <a:xfrm xmlns:a="http://schemas.openxmlformats.org/drawingml/2006/main">
            <a:off x="762000" y="19050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41719"/>
                </a:solidFill>
                <a:latin typeface="Noto Sans KR"/>
                <a:ea typeface="Noto Sans KR"/>
                <a:cs typeface="Noto Sans KR"/>
              </a:defRPr>
            </a:defPPr>
            <a:lvl1pPr algn="l">
              <a:defRPr sz="1725" b="1">
                <a:solidFill>
                  <a:srgbClr val="141719"/>
                </a:solidFill>
                <a:latin typeface="Noto Sans KR"/>
                <a:ea typeface="Noto Sans KR"/>
                <a:cs typeface="Noto Sans KR"/>
              </a:defRPr>
            </a:lvl1pPr>
            <a:lvl2pPr algn="l">
              <a:defRPr sz="1725" b="1">
                <a:solidFill>
                  <a:srgbClr val="141719"/>
                </a:solidFill>
                <a:latin typeface="Noto Sans KR"/>
                <a:ea typeface="Noto Sans KR"/>
                <a:cs typeface="Noto Sans KR"/>
              </a:defRPr>
            </a:lvl2pPr>
            <a:lvl3pPr algn="l">
              <a:defRPr sz="1725" b="1">
                <a:solidFill>
                  <a:srgbClr val="141719"/>
                </a:solidFill>
                <a:latin typeface="Noto Sans KR"/>
                <a:ea typeface="Noto Sans KR"/>
                <a:cs typeface="Noto Sans KR"/>
              </a:defRPr>
            </a:lvl3pPr>
            <a:lvl4pPr algn="l">
              <a:defRPr sz="1725" b="1">
                <a:solidFill>
                  <a:srgbClr val="141719"/>
                </a:solidFill>
                <a:latin typeface="Noto Sans KR"/>
                <a:ea typeface="Noto Sans KR"/>
                <a:cs typeface="Noto Sans KR"/>
              </a:defRPr>
            </a:lvl4pPr>
            <a:lvl5pPr algn="l">
              <a:defRPr sz="1725" b="1">
                <a:solidFill>
                  <a:srgbClr val="141719"/>
                </a:solidFill>
                <a:latin typeface="Noto Sans KR"/>
                <a:ea typeface="Noto Sans KR"/>
                <a:cs typeface="Noto Sans KR"/>
              </a:defRPr>
            </a:lvl5pPr>
            <a:lvl6pPr algn="l">
              <a:defRPr sz="1725" b="1">
                <a:solidFill>
                  <a:srgbClr val="141719"/>
                </a:solidFill>
                <a:latin typeface="Noto Sans KR"/>
                <a:ea typeface="Noto Sans KR"/>
                <a:cs typeface="Noto Sans KR"/>
              </a:defRPr>
            </a:lvl6pPr>
            <a:lvl7pPr algn="l">
              <a:defRPr sz="1725" b="1">
                <a:solidFill>
                  <a:srgbClr val="141719"/>
                </a:solidFill>
                <a:latin typeface="Noto Sans KR"/>
                <a:ea typeface="Noto Sans KR"/>
                <a:cs typeface="Noto Sans KR"/>
              </a:defRPr>
            </a:lvl7pPr>
            <a:lvl8pPr algn="l">
              <a:defRPr sz="1725" b="1">
                <a:solidFill>
                  <a:srgbClr val="141719"/>
                </a:solidFill>
                <a:latin typeface="Noto Sans KR"/>
                <a:ea typeface="Noto Sans KR"/>
                <a:cs typeface="Noto Sans KR"/>
              </a:defRPr>
            </a:lvl8pPr>
            <a:lvl9pPr algn="l">
              <a:defRPr sz="1725" b="1">
                <a:solidFill>
                  <a:srgbClr val="141719"/>
                </a:solidFill>
                <a:latin typeface="Noto Sans KR"/>
                <a:ea typeface="Noto Sans KR"/>
                <a:cs typeface="Noto Sans KR"/>
              </a:defRPr>
            </a:lvl9pPr>
          </a:lstStyle>
          <a:p xmlns:a="http://schemas.openxmlformats.org/drawingml/2006/main">
            <a:pPr algn="l">
              <a:lnSpc>
                <a:spcPct val="118000"/>
              </a:lnSpc>
              <a:buNone/>
              <a:defRPr sz="1725" b="1">
                <a:solidFill>
                  <a:srgbClr val="141719"/>
                </a:solidFill>
                <a:latin typeface="Noto Sans KR"/>
                <a:ea typeface="Noto Sans KR"/>
                <a:cs typeface="Noto Sans KR"/>
              </a:defRPr>
            </a:pPr>
            <a:r>
              <a:rPr sz="1725" b="1">
                <a:solidFill>
                  <a:srgbClr val="141719"/>
                </a:solidFill>
                <a:latin typeface="Noto Sans KR"/>
                <a:ea typeface="Noto Sans KR"/>
                <a:cs typeface="Noto Sans KR"/>
              </a:rPr>
              <a:t>실가전 입력</a:t>
            </a:r>
          </a:p>
        </p:txBody>
      </p:sp>
      <p:sp>
        <p:nvSpPr>
          <p:cNvPr id="9" name="process-HA 통합 가전">
            <a:extLst xmlns:a="http://schemas.openxmlformats.org/drawingml/2006/main">
              <a:ext uri="{FF2B5EF4-FFF2-40B4-BE49-F238E27FC236}">
                <a16:creationId xmlns:a16="http://schemas.microsoft.com/office/drawing/2014/main" id="{6BE52F53-A03E-4F06-B1D2-9148CD4A5351}"/>
              </a:ext>
            </a:extLst>
          </p:cNvPr>
          <p:cNvSpPr>
            <a:spLocks xmlns:a="http://schemas.openxmlformats.org/drawingml/2006/main" noGrp="1"/>
          </p:cNvSpPr>
          <p:nvPr/>
        </p:nvSpPr>
        <p:spPr>
          <a:xfrm xmlns:a="http://schemas.openxmlformats.org/drawingml/2006/main">
            <a:off x="762000" y="2438400"/>
            <a:ext cx="2143125" cy="1066800"/>
          </a:xfrm>
          <a:prstGeom xmlns:a="http://schemas.openxmlformats.org/drawingml/2006/main" prst="rect">
            <a:avLst/>
          </a:prstGeom>
          <a:solidFill xmlns:a="http://schemas.openxmlformats.org/drawingml/2006/main">
            <a:srgbClr val="FFFFFF"/>
          </a:solidFill>
          <a:ln xmlns:a="http://schemas.openxmlformats.org/drawingml/2006/main" w="11430">
            <a:solidFill>
              <a:srgbClr val="141719"/>
            </a:solidFill>
            <a:prstDash val="solid"/>
          </a:ln>
        </p:spPr>
      </p:sp>
      <p:sp>
        <p:nvSpPr>
          <p:cNvPr id="10" name="text">
            <a:extLst xmlns:a="http://schemas.openxmlformats.org/drawingml/2006/main">
              <a:ext uri="{FF2B5EF4-FFF2-40B4-BE49-F238E27FC236}">
                <a16:creationId xmlns:a16="http://schemas.microsoft.com/office/drawing/2014/main" id="{82F92821-AFD9-46C4-A041-8436D7ED2B54}"/>
              </a:ext>
            </a:extLst>
          </p:cNvPr>
          <p:cNvSpPr>
            <a:spLocks xmlns:a="http://schemas.openxmlformats.org/drawingml/2006/main" noGrp="1"/>
          </p:cNvSpPr>
          <p:nvPr/>
        </p:nvSpPr>
        <p:spPr>
          <a:xfrm xmlns:a="http://schemas.openxmlformats.org/drawingml/2006/main">
            <a:off x="857250" y="252412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141719"/>
                </a:solidFill>
                <a:latin typeface="Noto Sans KR"/>
                <a:ea typeface="Noto Sans KR"/>
                <a:cs typeface="Noto Sans KR"/>
              </a:defRPr>
            </a:defPPr>
            <a:lvl1pPr algn="ctr">
              <a:defRPr sz="1650" b="1">
                <a:solidFill>
                  <a:srgbClr val="141719"/>
                </a:solidFill>
                <a:latin typeface="Noto Sans KR"/>
                <a:ea typeface="Noto Sans KR"/>
                <a:cs typeface="Noto Sans KR"/>
              </a:defRPr>
            </a:lvl1pPr>
            <a:lvl2pPr algn="ctr">
              <a:defRPr sz="1650" b="1">
                <a:solidFill>
                  <a:srgbClr val="141719"/>
                </a:solidFill>
                <a:latin typeface="Noto Sans KR"/>
                <a:ea typeface="Noto Sans KR"/>
                <a:cs typeface="Noto Sans KR"/>
              </a:defRPr>
            </a:lvl2pPr>
            <a:lvl3pPr algn="ctr">
              <a:defRPr sz="1650" b="1">
                <a:solidFill>
                  <a:srgbClr val="141719"/>
                </a:solidFill>
                <a:latin typeface="Noto Sans KR"/>
                <a:ea typeface="Noto Sans KR"/>
                <a:cs typeface="Noto Sans KR"/>
              </a:defRPr>
            </a:lvl3pPr>
            <a:lvl4pPr algn="ctr">
              <a:defRPr sz="1650" b="1">
                <a:solidFill>
                  <a:srgbClr val="141719"/>
                </a:solidFill>
                <a:latin typeface="Noto Sans KR"/>
                <a:ea typeface="Noto Sans KR"/>
                <a:cs typeface="Noto Sans KR"/>
              </a:defRPr>
            </a:lvl4pPr>
            <a:lvl5pPr algn="ctr">
              <a:defRPr sz="1650" b="1">
                <a:solidFill>
                  <a:srgbClr val="141719"/>
                </a:solidFill>
                <a:latin typeface="Noto Sans KR"/>
                <a:ea typeface="Noto Sans KR"/>
                <a:cs typeface="Noto Sans KR"/>
              </a:defRPr>
            </a:lvl5pPr>
            <a:lvl6pPr algn="ctr">
              <a:defRPr sz="1650" b="1">
                <a:solidFill>
                  <a:srgbClr val="141719"/>
                </a:solidFill>
                <a:latin typeface="Noto Sans KR"/>
                <a:ea typeface="Noto Sans KR"/>
                <a:cs typeface="Noto Sans KR"/>
              </a:defRPr>
            </a:lvl6pPr>
            <a:lvl7pPr algn="ctr">
              <a:defRPr sz="1650" b="1">
                <a:solidFill>
                  <a:srgbClr val="141719"/>
                </a:solidFill>
                <a:latin typeface="Noto Sans KR"/>
                <a:ea typeface="Noto Sans KR"/>
                <a:cs typeface="Noto Sans KR"/>
              </a:defRPr>
            </a:lvl7pPr>
            <a:lvl8pPr algn="ctr">
              <a:defRPr sz="1650" b="1">
                <a:solidFill>
                  <a:srgbClr val="141719"/>
                </a:solidFill>
                <a:latin typeface="Noto Sans KR"/>
                <a:ea typeface="Noto Sans KR"/>
                <a:cs typeface="Noto Sans KR"/>
              </a:defRPr>
            </a:lvl8pPr>
            <a:lvl9pPr algn="ctr">
              <a:defRPr sz="1650" b="1">
                <a:solidFill>
                  <a:srgbClr val="141719"/>
                </a:solidFill>
                <a:latin typeface="Noto Sans KR"/>
                <a:ea typeface="Noto Sans KR"/>
                <a:cs typeface="Noto Sans KR"/>
              </a:defRPr>
            </a:lvl9pPr>
          </a:lstStyle>
          <a:p xmlns:a="http://schemas.openxmlformats.org/drawingml/2006/main">
            <a:pPr algn="ctr">
              <a:lnSpc>
                <a:spcPct val="118000"/>
              </a:lnSpc>
              <a:buNone/>
              <a:defRPr sz="1650" b="1">
                <a:solidFill>
                  <a:srgbClr val="141719"/>
                </a:solidFill>
                <a:latin typeface="Noto Sans KR"/>
                <a:ea typeface="Noto Sans KR"/>
                <a:cs typeface="Noto Sans KR"/>
              </a:defRPr>
            </a:pPr>
            <a:r>
              <a:rPr sz="1650" b="1">
                <a:solidFill>
                  <a:srgbClr val="141719"/>
                </a:solidFill>
                <a:latin typeface="Noto Sans KR"/>
                <a:ea typeface="Noto Sans KR"/>
                <a:cs typeface="Noto Sans KR"/>
              </a:rPr>
              <a:t>HA 통합 가전</a:t>
            </a:r>
          </a:p>
        </p:txBody>
      </p:sp>
      <p:sp>
        <p:nvSpPr>
          <p:cNvPr id="11" name="text">
            <a:extLst xmlns:a="http://schemas.openxmlformats.org/drawingml/2006/main">
              <a:ext uri="{FF2B5EF4-FFF2-40B4-BE49-F238E27FC236}">
                <a16:creationId xmlns:a16="http://schemas.microsoft.com/office/drawing/2014/main" id="{C2D56377-6D1E-4ABB-A2E4-8EDC060C31BF}"/>
              </a:ext>
            </a:extLst>
          </p:cNvPr>
          <p:cNvSpPr>
            <a:spLocks xmlns:a="http://schemas.openxmlformats.org/drawingml/2006/main" noGrp="1"/>
          </p:cNvSpPr>
          <p:nvPr/>
        </p:nvSpPr>
        <p:spPr>
          <a:xfrm xmlns:a="http://schemas.openxmlformats.org/drawingml/2006/main">
            <a:off x="857250" y="2876550"/>
            <a:ext cx="1952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00" b="0">
                <a:solidFill>
                  <a:srgbClr val="586368"/>
                </a:solidFill>
                <a:latin typeface="Noto Sans KR"/>
                <a:ea typeface="Noto Sans KR"/>
                <a:cs typeface="Noto Sans KR"/>
              </a:defRPr>
            </a:defPPr>
            <a:lvl1pPr algn="ctr">
              <a:defRPr sz="1200" b="0">
                <a:solidFill>
                  <a:srgbClr val="586368"/>
                </a:solidFill>
                <a:latin typeface="Noto Sans KR"/>
                <a:ea typeface="Noto Sans KR"/>
                <a:cs typeface="Noto Sans KR"/>
              </a:defRPr>
            </a:lvl1pPr>
            <a:lvl2pPr algn="ctr">
              <a:defRPr sz="1200" b="0">
                <a:solidFill>
                  <a:srgbClr val="586368"/>
                </a:solidFill>
                <a:latin typeface="Noto Sans KR"/>
                <a:ea typeface="Noto Sans KR"/>
                <a:cs typeface="Noto Sans KR"/>
              </a:defRPr>
            </a:lvl2pPr>
            <a:lvl3pPr algn="ctr">
              <a:defRPr sz="1200" b="0">
                <a:solidFill>
                  <a:srgbClr val="586368"/>
                </a:solidFill>
                <a:latin typeface="Noto Sans KR"/>
                <a:ea typeface="Noto Sans KR"/>
                <a:cs typeface="Noto Sans KR"/>
              </a:defRPr>
            </a:lvl3pPr>
            <a:lvl4pPr algn="ctr">
              <a:defRPr sz="1200" b="0">
                <a:solidFill>
                  <a:srgbClr val="586368"/>
                </a:solidFill>
                <a:latin typeface="Noto Sans KR"/>
                <a:ea typeface="Noto Sans KR"/>
                <a:cs typeface="Noto Sans KR"/>
              </a:defRPr>
            </a:lvl4pPr>
            <a:lvl5pPr algn="ctr">
              <a:defRPr sz="1200" b="0">
                <a:solidFill>
                  <a:srgbClr val="586368"/>
                </a:solidFill>
                <a:latin typeface="Noto Sans KR"/>
                <a:ea typeface="Noto Sans KR"/>
                <a:cs typeface="Noto Sans KR"/>
              </a:defRPr>
            </a:lvl5pPr>
            <a:lvl6pPr algn="ctr">
              <a:defRPr sz="1200" b="0">
                <a:solidFill>
                  <a:srgbClr val="586368"/>
                </a:solidFill>
                <a:latin typeface="Noto Sans KR"/>
                <a:ea typeface="Noto Sans KR"/>
                <a:cs typeface="Noto Sans KR"/>
              </a:defRPr>
            </a:lvl6pPr>
            <a:lvl7pPr algn="ctr">
              <a:defRPr sz="1200" b="0">
                <a:solidFill>
                  <a:srgbClr val="586368"/>
                </a:solidFill>
                <a:latin typeface="Noto Sans KR"/>
                <a:ea typeface="Noto Sans KR"/>
                <a:cs typeface="Noto Sans KR"/>
              </a:defRPr>
            </a:lvl7pPr>
            <a:lvl8pPr algn="ctr">
              <a:defRPr sz="1200" b="0">
                <a:solidFill>
                  <a:srgbClr val="586368"/>
                </a:solidFill>
                <a:latin typeface="Noto Sans KR"/>
                <a:ea typeface="Noto Sans KR"/>
                <a:cs typeface="Noto Sans KR"/>
              </a:defRPr>
            </a:lvl8pPr>
            <a:lvl9pPr algn="ctr">
              <a:defRPr sz="1200" b="0">
                <a:solidFill>
                  <a:srgbClr val="586368"/>
                </a:solidFill>
                <a:latin typeface="Noto Sans KR"/>
                <a:ea typeface="Noto Sans KR"/>
                <a:cs typeface="Noto Sans KR"/>
              </a:defRPr>
            </a:lvl9pPr>
          </a:lstStyle>
          <a:p xmlns:a="http://schemas.openxmlformats.org/drawingml/2006/main">
            <a:pPr algn="ctr">
              <a:lnSpc>
                <a:spcPct val="118000"/>
              </a:lnSpc>
              <a:buNone/>
              <a:defRPr sz="1200" b="0">
                <a:solidFill>
                  <a:srgbClr val="586368"/>
                </a:solidFill>
                <a:latin typeface="Noto Sans KR"/>
                <a:ea typeface="Noto Sans KR"/>
                <a:cs typeface="Noto Sans KR"/>
              </a:defRPr>
            </a:pPr>
            <a:r>
              <a:rPr sz="1200" b="0">
                <a:solidFill>
                  <a:srgbClr val="586368"/>
                </a:solidFill>
                <a:latin typeface="Noto Sans KR"/>
                <a:ea typeface="Noto Sans KR"/>
                <a:cs typeface="Noto Sans KR"/>
              </a:rPr>
              <a:t>냉장고 문 상태</a:t>
            </a:r>
          </a:p>
          <a:p xmlns:a="http://schemas.openxmlformats.org/drawingml/2006/main">
            <a:pPr algn="ctr">
              <a:lnSpc>
                <a:spcPct val="118000"/>
              </a:lnSpc>
              <a:buNone/>
              <a:defRPr sz="1200" b="0">
                <a:solidFill>
                  <a:srgbClr val="586368"/>
                </a:solidFill>
                <a:latin typeface="Noto Sans KR"/>
                <a:ea typeface="Noto Sans KR"/>
                <a:cs typeface="Noto Sans KR"/>
              </a:defRPr>
            </a:pPr>
            <a:r>
              <a:rPr sz="1200" b="0">
                <a:solidFill>
                  <a:srgbClr val="586368"/>
                </a:solidFill>
                <a:latin typeface="Noto Sans KR"/>
                <a:ea typeface="Noto Sans KR"/>
                <a:cs typeface="Noto Sans KR"/>
              </a:rPr>
              <a:t>세탁기 운전·전원</a:t>
            </a:r>
          </a:p>
        </p:txBody>
      </p:sp>
      <p:sp>
        <p:nvSpPr>
          <p:cNvPr id="12" name="Raspberry Pi execution boundary">
            <a:extLst xmlns:a="http://schemas.openxmlformats.org/drawingml/2006/main">
              <a:ext uri="{FF2B5EF4-FFF2-40B4-BE49-F238E27FC236}">
                <a16:creationId xmlns:a16="http://schemas.microsoft.com/office/drawing/2014/main" id="{8E4C3D50-04AE-4A0F-A30D-69A946D03F70}"/>
              </a:ext>
            </a:extLst>
          </p:cNvPr>
          <p:cNvSpPr>
            <a:spLocks xmlns:a="http://schemas.openxmlformats.org/drawingml/2006/main" noGrp="1"/>
          </p:cNvSpPr>
          <p:nvPr/>
        </p:nvSpPr>
        <p:spPr>
          <a:xfrm xmlns:a="http://schemas.openxmlformats.org/drawingml/2006/main">
            <a:off x="3286125" y="1752600"/>
            <a:ext cx="7239000" cy="2876550"/>
          </a:xfrm>
          <a:prstGeom xmlns:a="http://schemas.openxmlformats.org/drawingml/2006/main" prst="rect">
            <a:avLst/>
          </a:prstGeom>
          <a:noFill xmlns:a="http://schemas.openxmlformats.org/drawingml/2006/main"/>
          <a:ln xmlns:a="http://schemas.openxmlformats.org/drawingml/2006/main" w="12383">
            <a:solidFill>
              <a:srgbClr val="AAB8BD"/>
            </a:solidFill>
            <a:prstDash val="solid"/>
          </a:ln>
        </p:spPr>
      </p:sp>
      <p:sp>
        <p:nvSpPr>
          <p:cNvPr id="13" name="text">
            <a:extLst xmlns:a="http://schemas.openxmlformats.org/drawingml/2006/main">
              <a:ext uri="{FF2B5EF4-FFF2-40B4-BE49-F238E27FC236}">
                <a16:creationId xmlns:a16="http://schemas.microsoft.com/office/drawing/2014/main" id="{E9B67B55-CD53-4A6E-BAF9-08953CA13CA9}"/>
              </a:ext>
            </a:extLst>
          </p:cNvPr>
          <p:cNvSpPr>
            <a:spLocks xmlns:a="http://schemas.openxmlformats.org/drawingml/2006/main" noGrp="1"/>
          </p:cNvSpPr>
          <p:nvPr/>
        </p:nvSpPr>
        <p:spPr>
          <a:xfrm xmlns:a="http://schemas.openxmlformats.org/drawingml/2006/main">
            <a:off x="3495675" y="1885950"/>
            <a:ext cx="68103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41719"/>
                </a:solidFill>
                <a:latin typeface="Noto Sans KR"/>
                <a:ea typeface="Noto Sans KR"/>
                <a:cs typeface="Noto Sans KR"/>
              </a:defRPr>
            </a:defPPr>
            <a:lvl1pPr algn="l">
              <a:defRPr sz="1875" b="1">
                <a:solidFill>
                  <a:srgbClr val="141719"/>
                </a:solidFill>
                <a:latin typeface="Noto Sans KR"/>
                <a:ea typeface="Noto Sans KR"/>
                <a:cs typeface="Noto Sans KR"/>
              </a:defRPr>
            </a:lvl1pPr>
            <a:lvl2pPr algn="l">
              <a:defRPr sz="1875" b="1">
                <a:solidFill>
                  <a:srgbClr val="141719"/>
                </a:solidFill>
                <a:latin typeface="Noto Sans KR"/>
                <a:ea typeface="Noto Sans KR"/>
                <a:cs typeface="Noto Sans KR"/>
              </a:defRPr>
            </a:lvl2pPr>
            <a:lvl3pPr algn="l">
              <a:defRPr sz="1875" b="1">
                <a:solidFill>
                  <a:srgbClr val="141719"/>
                </a:solidFill>
                <a:latin typeface="Noto Sans KR"/>
                <a:ea typeface="Noto Sans KR"/>
                <a:cs typeface="Noto Sans KR"/>
              </a:defRPr>
            </a:lvl3pPr>
            <a:lvl4pPr algn="l">
              <a:defRPr sz="1875" b="1">
                <a:solidFill>
                  <a:srgbClr val="141719"/>
                </a:solidFill>
                <a:latin typeface="Noto Sans KR"/>
                <a:ea typeface="Noto Sans KR"/>
                <a:cs typeface="Noto Sans KR"/>
              </a:defRPr>
            </a:lvl4pPr>
            <a:lvl5pPr algn="l">
              <a:defRPr sz="1875" b="1">
                <a:solidFill>
                  <a:srgbClr val="141719"/>
                </a:solidFill>
                <a:latin typeface="Noto Sans KR"/>
                <a:ea typeface="Noto Sans KR"/>
                <a:cs typeface="Noto Sans KR"/>
              </a:defRPr>
            </a:lvl5pPr>
            <a:lvl6pPr algn="l">
              <a:defRPr sz="1875" b="1">
                <a:solidFill>
                  <a:srgbClr val="141719"/>
                </a:solidFill>
                <a:latin typeface="Noto Sans KR"/>
                <a:ea typeface="Noto Sans KR"/>
                <a:cs typeface="Noto Sans KR"/>
              </a:defRPr>
            </a:lvl6pPr>
            <a:lvl7pPr algn="l">
              <a:defRPr sz="1875" b="1">
                <a:solidFill>
                  <a:srgbClr val="141719"/>
                </a:solidFill>
                <a:latin typeface="Noto Sans KR"/>
                <a:ea typeface="Noto Sans KR"/>
                <a:cs typeface="Noto Sans KR"/>
              </a:defRPr>
            </a:lvl7pPr>
            <a:lvl8pPr algn="l">
              <a:defRPr sz="1875" b="1">
                <a:solidFill>
                  <a:srgbClr val="141719"/>
                </a:solidFill>
                <a:latin typeface="Noto Sans KR"/>
                <a:ea typeface="Noto Sans KR"/>
                <a:cs typeface="Noto Sans KR"/>
              </a:defRPr>
            </a:lvl8pPr>
            <a:lvl9pPr algn="l">
              <a:defRPr sz="1875" b="1">
                <a:solidFill>
                  <a:srgbClr val="141719"/>
                </a:solidFill>
                <a:latin typeface="Noto Sans KR"/>
                <a:ea typeface="Noto Sans KR"/>
                <a:cs typeface="Noto Sans KR"/>
              </a:defRPr>
            </a:lvl9pPr>
          </a:lstStyle>
          <a:p xmlns:a="http://schemas.openxmlformats.org/drawingml/2006/main">
            <a:pPr algn="l">
              <a:lnSpc>
                <a:spcPct val="118000"/>
              </a:lnSpc>
              <a:buNone/>
              <a:defRPr sz="1875" b="1">
                <a:solidFill>
                  <a:srgbClr val="141719"/>
                </a:solidFill>
                <a:latin typeface="Noto Sans KR"/>
                <a:ea typeface="Noto Sans KR"/>
                <a:cs typeface="Noto Sans KR"/>
              </a:defRPr>
            </a:pPr>
            <a:r>
              <a:rPr sz="1875" b="1">
                <a:solidFill>
                  <a:srgbClr val="141719"/>
                </a:solidFill>
                <a:latin typeface="Noto Sans KR"/>
                <a:ea typeface="Noto Sans KR"/>
                <a:cs typeface="Noto Sans KR"/>
              </a:rPr>
              <a:t>Raspberry Pi 5 · ATLAS Linux</a:t>
            </a:r>
          </a:p>
        </p:txBody>
      </p:sp>
      <p:sp>
        <p:nvSpPr>
          <p:cNvPr id="14" name="process-Home Assistant">
            <a:extLst xmlns:a="http://schemas.openxmlformats.org/drawingml/2006/main">
              <a:ext uri="{FF2B5EF4-FFF2-40B4-BE49-F238E27FC236}">
                <a16:creationId xmlns:a16="http://schemas.microsoft.com/office/drawing/2014/main" id="{08ABC221-7188-44B9-8AA8-CB8D7DC70792}"/>
              </a:ext>
            </a:extLst>
          </p:cNvPr>
          <p:cNvSpPr>
            <a:spLocks xmlns:a="http://schemas.openxmlformats.org/drawingml/2006/main" noGrp="1"/>
          </p:cNvSpPr>
          <p:nvPr/>
        </p:nvSpPr>
        <p:spPr>
          <a:xfrm xmlns:a="http://schemas.openxmlformats.org/drawingml/2006/main">
            <a:off x="3524250" y="2486025"/>
            <a:ext cx="2009775" cy="885825"/>
          </a:xfrm>
          <a:prstGeom xmlns:a="http://schemas.openxmlformats.org/drawingml/2006/main" prst="rect">
            <a:avLst/>
          </a:prstGeom>
          <a:solidFill xmlns:a="http://schemas.openxmlformats.org/drawingml/2006/main">
            <a:srgbClr val="DDF1EA"/>
          </a:solidFill>
          <a:ln xmlns:a="http://schemas.openxmlformats.org/drawingml/2006/main" w="11430">
            <a:solidFill>
              <a:srgbClr val="00877E"/>
            </a:solidFill>
            <a:prstDash val="solid"/>
          </a:ln>
        </p:spPr>
      </p:sp>
      <p:sp>
        <p:nvSpPr>
          <p:cNvPr id="15" name="text">
            <a:extLst xmlns:a="http://schemas.openxmlformats.org/drawingml/2006/main">
              <a:ext uri="{FF2B5EF4-FFF2-40B4-BE49-F238E27FC236}">
                <a16:creationId xmlns:a16="http://schemas.microsoft.com/office/drawing/2014/main" id="{4886C608-DFD7-42D7-8D96-87B5DE4D1091}"/>
              </a:ext>
            </a:extLst>
          </p:cNvPr>
          <p:cNvSpPr>
            <a:spLocks xmlns:a="http://schemas.openxmlformats.org/drawingml/2006/main" noGrp="1"/>
          </p:cNvSpPr>
          <p:nvPr/>
        </p:nvSpPr>
        <p:spPr>
          <a:xfrm xmlns:a="http://schemas.openxmlformats.org/drawingml/2006/main">
            <a:off x="3619500" y="2571750"/>
            <a:ext cx="1819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141719"/>
                </a:solidFill>
                <a:latin typeface="Noto Sans KR"/>
                <a:ea typeface="Noto Sans KR"/>
                <a:cs typeface="Noto Sans KR"/>
              </a:defRPr>
            </a:defPPr>
            <a:lvl1pPr algn="ctr">
              <a:defRPr sz="1650" b="1">
                <a:solidFill>
                  <a:srgbClr val="141719"/>
                </a:solidFill>
                <a:latin typeface="Noto Sans KR"/>
                <a:ea typeface="Noto Sans KR"/>
                <a:cs typeface="Noto Sans KR"/>
              </a:defRPr>
            </a:lvl1pPr>
            <a:lvl2pPr algn="ctr">
              <a:defRPr sz="1650" b="1">
                <a:solidFill>
                  <a:srgbClr val="141719"/>
                </a:solidFill>
                <a:latin typeface="Noto Sans KR"/>
                <a:ea typeface="Noto Sans KR"/>
                <a:cs typeface="Noto Sans KR"/>
              </a:defRPr>
            </a:lvl2pPr>
            <a:lvl3pPr algn="ctr">
              <a:defRPr sz="1650" b="1">
                <a:solidFill>
                  <a:srgbClr val="141719"/>
                </a:solidFill>
                <a:latin typeface="Noto Sans KR"/>
                <a:ea typeface="Noto Sans KR"/>
                <a:cs typeface="Noto Sans KR"/>
              </a:defRPr>
            </a:lvl3pPr>
            <a:lvl4pPr algn="ctr">
              <a:defRPr sz="1650" b="1">
                <a:solidFill>
                  <a:srgbClr val="141719"/>
                </a:solidFill>
                <a:latin typeface="Noto Sans KR"/>
                <a:ea typeface="Noto Sans KR"/>
                <a:cs typeface="Noto Sans KR"/>
              </a:defRPr>
            </a:lvl4pPr>
            <a:lvl5pPr algn="ctr">
              <a:defRPr sz="1650" b="1">
                <a:solidFill>
                  <a:srgbClr val="141719"/>
                </a:solidFill>
                <a:latin typeface="Noto Sans KR"/>
                <a:ea typeface="Noto Sans KR"/>
                <a:cs typeface="Noto Sans KR"/>
              </a:defRPr>
            </a:lvl5pPr>
            <a:lvl6pPr algn="ctr">
              <a:defRPr sz="1650" b="1">
                <a:solidFill>
                  <a:srgbClr val="141719"/>
                </a:solidFill>
                <a:latin typeface="Noto Sans KR"/>
                <a:ea typeface="Noto Sans KR"/>
                <a:cs typeface="Noto Sans KR"/>
              </a:defRPr>
            </a:lvl6pPr>
            <a:lvl7pPr algn="ctr">
              <a:defRPr sz="1650" b="1">
                <a:solidFill>
                  <a:srgbClr val="141719"/>
                </a:solidFill>
                <a:latin typeface="Noto Sans KR"/>
                <a:ea typeface="Noto Sans KR"/>
                <a:cs typeface="Noto Sans KR"/>
              </a:defRPr>
            </a:lvl7pPr>
            <a:lvl8pPr algn="ctr">
              <a:defRPr sz="1650" b="1">
                <a:solidFill>
                  <a:srgbClr val="141719"/>
                </a:solidFill>
                <a:latin typeface="Noto Sans KR"/>
                <a:ea typeface="Noto Sans KR"/>
                <a:cs typeface="Noto Sans KR"/>
              </a:defRPr>
            </a:lvl8pPr>
            <a:lvl9pPr algn="ctr">
              <a:defRPr sz="1650" b="1">
                <a:solidFill>
                  <a:srgbClr val="141719"/>
                </a:solidFill>
                <a:latin typeface="Noto Sans KR"/>
                <a:ea typeface="Noto Sans KR"/>
                <a:cs typeface="Noto Sans KR"/>
              </a:defRPr>
            </a:lvl9pPr>
          </a:lstStyle>
          <a:p xmlns:a="http://schemas.openxmlformats.org/drawingml/2006/main">
            <a:pPr algn="ctr">
              <a:lnSpc>
                <a:spcPct val="118000"/>
              </a:lnSpc>
              <a:buNone/>
              <a:defRPr sz="1650" b="1">
                <a:solidFill>
                  <a:srgbClr val="141719"/>
                </a:solidFill>
                <a:latin typeface="Noto Sans KR"/>
                <a:ea typeface="Noto Sans KR"/>
                <a:cs typeface="Noto Sans KR"/>
              </a:defRPr>
            </a:pPr>
            <a:r>
              <a:rPr sz="1650" b="1">
                <a:solidFill>
                  <a:srgbClr val="141719"/>
                </a:solidFill>
                <a:latin typeface="Noto Sans KR"/>
                <a:ea typeface="Noto Sans KR"/>
                <a:cs typeface="Noto Sans KR"/>
              </a:rPr>
              <a:t>Home Assistant</a:t>
            </a:r>
          </a:p>
        </p:txBody>
      </p:sp>
      <p:sp>
        <p:nvSpPr>
          <p:cNvPr id="16" name="text">
            <a:extLst xmlns:a="http://schemas.openxmlformats.org/drawingml/2006/main">
              <a:ext uri="{FF2B5EF4-FFF2-40B4-BE49-F238E27FC236}">
                <a16:creationId xmlns:a16="http://schemas.microsoft.com/office/drawing/2014/main" id="{C194729F-24BF-41A3-A9DF-8AFA89A741AE}"/>
              </a:ext>
            </a:extLst>
          </p:cNvPr>
          <p:cNvSpPr>
            <a:spLocks xmlns:a="http://schemas.openxmlformats.org/drawingml/2006/main" noGrp="1"/>
          </p:cNvSpPr>
          <p:nvPr/>
        </p:nvSpPr>
        <p:spPr>
          <a:xfrm xmlns:a="http://schemas.openxmlformats.org/drawingml/2006/main">
            <a:off x="3619500" y="2924175"/>
            <a:ext cx="18192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00" b="0">
                <a:solidFill>
                  <a:srgbClr val="586368"/>
                </a:solidFill>
                <a:latin typeface="Noto Sans KR"/>
                <a:ea typeface="Noto Sans KR"/>
                <a:cs typeface="Noto Sans KR"/>
              </a:defRPr>
            </a:defPPr>
            <a:lvl1pPr algn="ctr">
              <a:defRPr sz="1200" b="0">
                <a:solidFill>
                  <a:srgbClr val="586368"/>
                </a:solidFill>
                <a:latin typeface="Noto Sans KR"/>
                <a:ea typeface="Noto Sans KR"/>
                <a:cs typeface="Noto Sans KR"/>
              </a:defRPr>
            </a:lvl1pPr>
            <a:lvl2pPr algn="ctr">
              <a:defRPr sz="1200" b="0">
                <a:solidFill>
                  <a:srgbClr val="586368"/>
                </a:solidFill>
                <a:latin typeface="Noto Sans KR"/>
                <a:ea typeface="Noto Sans KR"/>
                <a:cs typeface="Noto Sans KR"/>
              </a:defRPr>
            </a:lvl2pPr>
            <a:lvl3pPr algn="ctr">
              <a:defRPr sz="1200" b="0">
                <a:solidFill>
                  <a:srgbClr val="586368"/>
                </a:solidFill>
                <a:latin typeface="Noto Sans KR"/>
                <a:ea typeface="Noto Sans KR"/>
                <a:cs typeface="Noto Sans KR"/>
              </a:defRPr>
            </a:lvl3pPr>
            <a:lvl4pPr algn="ctr">
              <a:defRPr sz="1200" b="0">
                <a:solidFill>
                  <a:srgbClr val="586368"/>
                </a:solidFill>
                <a:latin typeface="Noto Sans KR"/>
                <a:ea typeface="Noto Sans KR"/>
                <a:cs typeface="Noto Sans KR"/>
              </a:defRPr>
            </a:lvl4pPr>
            <a:lvl5pPr algn="ctr">
              <a:defRPr sz="1200" b="0">
                <a:solidFill>
                  <a:srgbClr val="586368"/>
                </a:solidFill>
                <a:latin typeface="Noto Sans KR"/>
                <a:ea typeface="Noto Sans KR"/>
                <a:cs typeface="Noto Sans KR"/>
              </a:defRPr>
            </a:lvl5pPr>
            <a:lvl6pPr algn="ctr">
              <a:defRPr sz="1200" b="0">
                <a:solidFill>
                  <a:srgbClr val="586368"/>
                </a:solidFill>
                <a:latin typeface="Noto Sans KR"/>
                <a:ea typeface="Noto Sans KR"/>
                <a:cs typeface="Noto Sans KR"/>
              </a:defRPr>
            </a:lvl6pPr>
            <a:lvl7pPr algn="ctr">
              <a:defRPr sz="1200" b="0">
                <a:solidFill>
                  <a:srgbClr val="586368"/>
                </a:solidFill>
                <a:latin typeface="Noto Sans KR"/>
                <a:ea typeface="Noto Sans KR"/>
                <a:cs typeface="Noto Sans KR"/>
              </a:defRPr>
            </a:lvl7pPr>
            <a:lvl8pPr algn="ctr">
              <a:defRPr sz="1200" b="0">
                <a:solidFill>
                  <a:srgbClr val="586368"/>
                </a:solidFill>
                <a:latin typeface="Noto Sans KR"/>
                <a:ea typeface="Noto Sans KR"/>
                <a:cs typeface="Noto Sans KR"/>
              </a:defRPr>
            </a:lvl8pPr>
            <a:lvl9pPr algn="ctr">
              <a:defRPr sz="1200" b="0">
                <a:solidFill>
                  <a:srgbClr val="586368"/>
                </a:solidFill>
                <a:latin typeface="Noto Sans KR"/>
                <a:ea typeface="Noto Sans KR"/>
                <a:cs typeface="Noto Sans KR"/>
              </a:defRPr>
            </a:lvl9pPr>
          </a:lstStyle>
          <a:p xmlns:a="http://schemas.openxmlformats.org/drawingml/2006/main">
            <a:pPr algn="ctr">
              <a:lnSpc>
                <a:spcPct val="118000"/>
              </a:lnSpc>
              <a:buNone/>
              <a:defRPr sz="1200" b="0">
                <a:solidFill>
                  <a:srgbClr val="586368"/>
                </a:solidFill>
                <a:latin typeface="Noto Sans KR"/>
                <a:ea typeface="Noto Sans KR"/>
                <a:cs typeface="Noto Sans KR"/>
              </a:defRPr>
            </a:pPr>
            <a:r>
              <a:rPr sz="1200" b="0">
                <a:solidFill>
                  <a:srgbClr val="586368"/>
                </a:solidFill>
                <a:latin typeface="Noto Sans KR"/>
                <a:ea typeface="Noto Sans KR"/>
                <a:cs typeface="Noto Sans KR"/>
              </a:rPr>
              <a:t>엔티티 상태와 이력</a:t>
            </a:r>
          </a:p>
        </p:txBody>
      </p:sp>
      <p:sp>
        <p:nvSpPr>
          <p:cNvPr id="17" name="process-HA AI 서비스">
            <a:extLst xmlns:a="http://schemas.openxmlformats.org/drawingml/2006/main">
              <a:ext uri="{FF2B5EF4-FFF2-40B4-BE49-F238E27FC236}">
                <a16:creationId xmlns:a16="http://schemas.microsoft.com/office/drawing/2014/main" id="{BDA8EACB-7E87-4DA7-B663-6637E9F774CD}"/>
              </a:ext>
            </a:extLst>
          </p:cNvPr>
          <p:cNvSpPr>
            <a:spLocks xmlns:a="http://schemas.openxmlformats.org/drawingml/2006/main" noGrp="1"/>
          </p:cNvSpPr>
          <p:nvPr/>
        </p:nvSpPr>
        <p:spPr>
          <a:xfrm xmlns:a="http://schemas.openxmlformats.org/drawingml/2006/main">
            <a:off x="5953125" y="2486025"/>
            <a:ext cx="2095500" cy="885825"/>
          </a:xfrm>
          <a:prstGeom xmlns:a="http://schemas.openxmlformats.org/drawingml/2006/main" prst="rect">
            <a:avLst/>
          </a:prstGeom>
          <a:solidFill xmlns:a="http://schemas.openxmlformats.org/drawingml/2006/main">
            <a:srgbClr val="DDF1EA"/>
          </a:solidFill>
          <a:ln xmlns:a="http://schemas.openxmlformats.org/drawingml/2006/main" w="11430">
            <a:solidFill>
              <a:srgbClr val="00877E"/>
            </a:solidFill>
            <a:prstDash val="solid"/>
          </a:ln>
        </p:spPr>
      </p:sp>
      <p:sp>
        <p:nvSpPr>
          <p:cNvPr id="18" name="text">
            <a:extLst xmlns:a="http://schemas.openxmlformats.org/drawingml/2006/main">
              <a:ext uri="{FF2B5EF4-FFF2-40B4-BE49-F238E27FC236}">
                <a16:creationId xmlns:a16="http://schemas.microsoft.com/office/drawing/2014/main" id="{165E315F-2234-47DB-A79E-D0235EE5A627}"/>
              </a:ext>
            </a:extLst>
          </p:cNvPr>
          <p:cNvSpPr>
            <a:spLocks xmlns:a="http://schemas.openxmlformats.org/drawingml/2006/main" noGrp="1"/>
          </p:cNvSpPr>
          <p:nvPr/>
        </p:nvSpPr>
        <p:spPr>
          <a:xfrm xmlns:a="http://schemas.openxmlformats.org/drawingml/2006/main">
            <a:off x="6048375" y="25717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141719"/>
                </a:solidFill>
                <a:latin typeface="Noto Sans KR"/>
                <a:ea typeface="Noto Sans KR"/>
                <a:cs typeface="Noto Sans KR"/>
              </a:defRPr>
            </a:defPPr>
            <a:lvl1pPr algn="ctr">
              <a:defRPr sz="1650" b="1">
                <a:solidFill>
                  <a:srgbClr val="141719"/>
                </a:solidFill>
                <a:latin typeface="Noto Sans KR"/>
                <a:ea typeface="Noto Sans KR"/>
                <a:cs typeface="Noto Sans KR"/>
              </a:defRPr>
            </a:lvl1pPr>
            <a:lvl2pPr algn="ctr">
              <a:defRPr sz="1650" b="1">
                <a:solidFill>
                  <a:srgbClr val="141719"/>
                </a:solidFill>
                <a:latin typeface="Noto Sans KR"/>
                <a:ea typeface="Noto Sans KR"/>
                <a:cs typeface="Noto Sans KR"/>
              </a:defRPr>
            </a:lvl2pPr>
            <a:lvl3pPr algn="ctr">
              <a:defRPr sz="1650" b="1">
                <a:solidFill>
                  <a:srgbClr val="141719"/>
                </a:solidFill>
                <a:latin typeface="Noto Sans KR"/>
                <a:ea typeface="Noto Sans KR"/>
                <a:cs typeface="Noto Sans KR"/>
              </a:defRPr>
            </a:lvl3pPr>
            <a:lvl4pPr algn="ctr">
              <a:defRPr sz="1650" b="1">
                <a:solidFill>
                  <a:srgbClr val="141719"/>
                </a:solidFill>
                <a:latin typeface="Noto Sans KR"/>
                <a:ea typeface="Noto Sans KR"/>
                <a:cs typeface="Noto Sans KR"/>
              </a:defRPr>
            </a:lvl4pPr>
            <a:lvl5pPr algn="ctr">
              <a:defRPr sz="1650" b="1">
                <a:solidFill>
                  <a:srgbClr val="141719"/>
                </a:solidFill>
                <a:latin typeface="Noto Sans KR"/>
                <a:ea typeface="Noto Sans KR"/>
                <a:cs typeface="Noto Sans KR"/>
              </a:defRPr>
            </a:lvl5pPr>
            <a:lvl6pPr algn="ctr">
              <a:defRPr sz="1650" b="1">
                <a:solidFill>
                  <a:srgbClr val="141719"/>
                </a:solidFill>
                <a:latin typeface="Noto Sans KR"/>
                <a:ea typeface="Noto Sans KR"/>
                <a:cs typeface="Noto Sans KR"/>
              </a:defRPr>
            </a:lvl6pPr>
            <a:lvl7pPr algn="ctr">
              <a:defRPr sz="1650" b="1">
                <a:solidFill>
                  <a:srgbClr val="141719"/>
                </a:solidFill>
                <a:latin typeface="Noto Sans KR"/>
                <a:ea typeface="Noto Sans KR"/>
                <a:cs typeface="Noto Sans KR"/>
              </a:defRPr>
            </a:lvl7pPr>
            <a:lvl8pPr algn="ctr">
              <a:defRPr sz="1650" b="1">
                <a:solidFill>
                  <a:srgbClr val="141719"/>
                </a:solidFill>
                <a:latin typeface="Noto Sans KR"/>
                <a:ea typeface="Noto Sans KR"/>
                <a:cs typeface="Noto Sans KR"/>
              </a:defRPr>
            </a:lvl8pPr>
            <a:lvl9pPr algn="ctr">
              <a:defRPr sz="1650" b="1">
                <a:solidFill>
                  <a:srgbClr val="141719"/>
                </a:solidFill>
                <a:latin typeface="Noto Sans KR"/>
                <a:ea typeface="Noto Sans KR"/>
                <a:cs typeface="Noto Sans KR"/>
              </a:defRPr>
            </a:lvl9pPr>
          </a:lstStyle>
          <a:p xmlns:a="http://schemas.openxmlformats.org/drawingml/2006/main">
            <a:pPr algn="ctr">
              <a:lnSpc>
                <a:spcPct val="118000"/>
              </a:lnSpc>
              <a:buNone/>
              <a:defRPr sz="1650" b="1">
                <a:solidFill>
                  <a:srgbClr val="141719"/>
                </a:solidFill>
                <a:latin typeface="Noto Sans KR"/>
                <a:ea typeface="Noto Sans KR"/>
                <a:cs typeface="Noto Sans KR"/>
              </a:defRPr>
            </a:pPr>
            <a:r>
              <a:rPr sz="1650" b="1">
                <a:solidFill>
                  <a:srgbClr val="141719"/>
                </a:solidFill>
                <a:latin typeface="Noto Sans KR"/>
                <a:ea typeface="Noto Sans KR"/>
                <a:cs typeface="Noto Sans KR"/>
              </a:rPr>
              <a:t>HA AI 서비스</a:t>
            </a:r>
          </a:p>
        </p:txBody>
      </p:sp>
      <p:sp>
        <p:nvSpPr>
          <p:cNvPr id="19" name="text">
            <a:extLst xmlns:a="http://schemas.openxmlformats.org/drawingml/2006/main">
              <a:ext uri="{FF2B5EF4-FFF2-40B4-BE49-F238E27FC236}">
                <a16:creationId xmlns:a16="http://schemas.microsoft.com/office/drawing/2014/main" id="{CB6D5922-86AF-4495-A5EE-606650026EEF}"/>
              </a:ext>
            </a:extLst>
          </p:cNvPr>
          <p:cNvSpPr>
            <a:spLocks xmlns:a="http://schemas.openxmlformats.org/drawingml/2006/main" noGrp="1"/>
          </p:cNvSpPr>
          <p:nvPr/>
        </p:nvSpPr>
        <p:spPr>
          <a:xfrm xmlns:a="http://schemas.openxmlformats.org/drawingml/2006/main">
            <a:off x="6048375" y="2924175"/>
            <a:ext cx="190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00" b="0">
                <a:solidFill>
                  <a:srgbClr val="586368"/>
                </a:solidFill>
                <a:latin typeface="Noto Sans KR"/>
                <a:ea typeface="Noto Sans KR"/>
                <a:cs typeface="Noto Sans KR"/>
              </a:defRPr>
            </a:defPPr>
            <a:lvl1pPr algn="ctr">
              <a:defRPr sz="1200" b="0">
                <a:solidFill>
                  <a:srgbClr val="586368"/>
                </a:solidFill>
                <a:latin typeface="Noto Sans KR"/>
                <a:ea typeface="Noto Sans KR"/>
                <a:cs typeface="Noto Sans KR"/>
              </a:defRPr>
            </a:lvl1pPr>
            <a:lvl2pPr algn="ctr">
              <a:defRPr sz="1200" b="0">
                <a:solidFill>
                  <a:srgbClr val="586368"/>
                </a:solidFill>
                <a:latin typeface="Noto Sans KR"/>
                <a:ea typeface="Noto Sans KR"/>
                <a:cs typeface="Noto Sans KR"/>
              </a:defRPr>
            </a:lvl2pPr>
            <a:lvl3pPr algn="ctr">
              <a:defRPr sz="1200" b="0">
                <a:solidFill>
                  <a:srgbClr val="586368"/>
                </a:solidFill>
                <a:latin typeface="Noto Sans KR"/>
                <a:ea typeface="Noto Sans KR"/>
                <a:cs typeface="Noto Sans KR"/>
              </a:defRPr>
            </a:lvl3pPr>
            <a:lvl4pPr algn="ctr">
              <a:defRPr sz="1200" b="0">
                <a:solidFill>
                  <a:srgbClr val="586368"/>
                </a:solidFill>
                <a:latin typeface="Noto Sans KR"/>
                <a:ea typeface="Noto Sans KR"/>
                <a:cs typeface="Noto Sans KR"/>
              </a:defRPr>
            </a:lvl4pPr>
            <a:lvl5pPr algn="ctr">
              <a:defRPr sz="1200" b="0">
                <a:solidFill>
                  <a:srgbClr val="586368"/>
                </a:solidFill>
                <a:latin typeface="Noto Sans KR"/>
                <a:ea typeface="Noto Sans KR"/>
                <a:cs typeface="Noto Sans KR"/>
              </a:defRPr>
            </a:lvl5pPr>
            <a:lvl6pPr algn="ctr">
              <a:defRPr sz="1200" b="0">
                <a:solidFill>
                  <a:srgbClr val="586368"/>
                </a:solidFill>
                <a:latin typeface="Noto Sans KR"/>
                <a:ea typeface="Noto Sans KR"/>
                <a:cs typeface="Noto Sans KR"/>
              </a:defRPr>
            </a:lvl6pPr>
            <a:lvl7pPr algn="ctr">
              <a:defRPr sz="1200" b="0">
                <a:solidFill>
                  <a:srgbClr val="586368"/>
                </a:solidFill>
                <a:latin typeface="Noto Sans KR"/>
                <a:ea typeface="Noto Sans KR"/>
                <a:cs typeface="Noto Sans KR"/>
              </a:defRPr>
            </a:lvl7pPr>
            <a:lvl8pPr algn="ctr">
              <a:defRPr sz="1200" b="0">
                <a:solidFill>
                  <a:srgbClr val="586368"/>
                </a:solidFill>
                <a:latin typeface="Noto Sans KR"/>
                <a:ea typeface="Noto Sans KR"/>
                <a:cs typeface="Noto Sans KR"/>
              </a:defRPr>
            </a:lvl8pPr>
            <a:lvl9pPr algn="ctr">
              <a:defRPr sz="1200" b="0">
                <a:solidFill>
                  <a:srgbClr val="586368"/>
                </a:solidFill>
                <a:latin typeface="Noto Sans KR"/>
                <a:ea typeface="Noto Sans KR"/>
                <a:cs typeface="Noto Sans KR"/>
              </a:defRPr>
            </a:lvl9pPr>
          </a:lstStyle>
          <a:p xmlns:a="http://schemas.openxmlformats.org/drawingml/2006/main">
            <a:pPr algn="ctr">
              <a:lnSpc>
                <a:spcPct val="118000"/>
              </a:lnSpc>
              <a:buNone/>
              <a:defRPr sz="1200" b="0">
                <a:solidFill>
                  <a:srgbClr val="586368"/>
                </a:solidFill>
                <a:latin typeface="Noto Sans KR"/>
                <a:ea typeface="Noto Sans KR"/>
                <a:cs typeface="Noto Sans KR"/>
              </a:defRPr>
            </a:pPr>
            <a:r>
              <a:rPr sz="1200" b="0">
                <a:solidFill>
                  <a:srgbClr val="586368"/>
                </a:solidFill>
                <a:latin typeface="Noto Sans KR"/>
                <a:ea typeface="Noto Sans KR"/>
                <a:cs typeface="Noto Sans KR"/>
              </a:rPr>
              <a:t>특징 생성·규칙·IF·AE</a:t>
            </a:r>
          </a:p>
        </p:txBody>
      </p:sp>
      <p:sp>
        <p:nvSpPr>
          <p:cNvPr id="20" name="process-Mosquitto">
            <a:extLst xmlns:a="http://schemas.openxmlformats.org/drawingml/2006/main">
              <a:ext uri="{FF2B5EF4-FFF2-40B4-BE49-F238E27FC236}">
                <a16:creationId xmlns:a16="http://schemas.microsoft.com/office/drawing/2014/main" id="{87A19EE1-A696-4618-9F7C-5BE60545EDBE}"/>
              </a:ext>
            </a:extLst>
          </p:cNvPr>
          <p:cNvSpPr>
            <a:spLocks xmlns:a="http://schemas.openxmlformats.org/drawingml/2006/main" noGrp="1"/>
          </p:cNvSpPr>
          <p:nvPr/>
        </p:nvSpPr>
        <p:spPr>
          <a:xfrm xmlns:a="http://schemas.openxmlformats.org/drawingml/2006/main">
            <a:off x="8458200" y="2486025"/>
            <a:ext cx="1847850" cy="885825"/>
          </a:xfrm>
          <a:prstGeom xmlns:a="http://schemas.openxmlformats.org/drawingml/2006/main" prst="rect">
            <a:avLst/>
          </a:prstGeom>
          <a:solidFill xmlns:a="http://schemas.openxmlformats.org/drawingml/2006/main">
            <a:srgbClr val="FFFFFF"/>
          </a:solidFill>
          <a:ln xmlns:a="http://schemas.openxmlformats.org/drawingml/2006/main" w="11430">
            <a:solidFill>
              <a:srgbClr val="D6DEE0"/>
            </a:solidFill>
            <a:prstDash val="solid"/>
          </a:ln>
        </p:spPr>
      </p:sp>
      <p:sp>
        <p:nvSpPr>
          <p:cNvPr id="21" name="text">
            <a:extLst xmlns:a="http://schemas.openxmlformats.org/drawingml/2006/main">
              <a:ext uri="{FF2B5EF4-FFF2-40B4-BE49-F238E27FC236}">
                <a16:creationId xmlns:a16="http://schemas.microsoft.com/office/drawing/2014/main" id="{88836CD3-C00B-4AC4-B03C-F5ABDAA0A0E7}"/>
              </a:ext>
            </a:extLst>
          </p:cNvPr>
          <p:cNvSpPr>
            <a:spLocks xmlns:a="http://schemas.openxmlformats.org/drawingml/2006/main" noGrp="1"/>
          </p:cNvSpPr>
          <p:nvPr/>
        </p:nvSpPr>
        <p:spPr>
          <a:xfrm xmlns:a="http://schemas.openxmlformats.org/drawingml/2006/main">
            <a:off x="8553450" y="2571750"/>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141719"/>
                </a:solidFill>
                <a:latin typeface="Noto Sans KR"/>
                <a:ea typeface="Noto Sans KR"/>
                <a:cs typeface="Noto Sans KR"/>
              </a:defRPr>
            </a:defPPr>
            <a:lvl1pPr algn="ctr">
              <a:defRPr sz="1650" b="1">
                <a:solidFill>
                  <a:srgbClr val="141719"/>
                </a:solidFill>
                <a:latin typeface="Noto Sans KR"/>
                <a:ea typeface="Noto Sans KR"/>
                <a:cs typeface="Noto Sans KR"/>
              </a:defRPr>
            </a:lvl1pPr>
            <a:lvl2pPr algn="ctr">
              <a:defRPr sz="1650" b="1">
                <a:solidFill>
                  <a:srgbClr val="141719"/>
                </a:solidFill>
                <a:latin typeface="Noto Sans KR"/>
                <a:ea typeface="Noto Sans KR"/>
                <a:cs typeface="Noto Sans KR"/>
              </a:defRPr>
            </a:lvl2pPr>
            <a:lvl3pPr algn="ctr">
              <a:defRPr sz="1650" b="1">
                <a:solidFill>
                  <a:srgbClr val="141719"/>
                </a:solidFill>
                <a:latin typeface="Noto Sans KR"/>
                <a:ea typeface="Noto Sans KR"/>
                <a:cs typeface="Noto Sans KR"/>
              </a:defRPr>
            </a:lvl3pPr>
            <a:lvl4pPr algn="ctr">
              <a:defRPr sz="1650" b="1">
                <a:solidFill>
                  <a:srgbClr val="141719"/>
                </a:solidFill>
                <a:latin typeface="Noto Sans KR"/>
                <a:ea typeface="Noto Sans KR"/>
                <a:cs typeface="Noto Sans KR"/>
              </a:defRPr>
            </a:lvl4pPr>
            <a:lvl5pPr algn="ctr">
              <a:defRPr sz="1650" b="1">
                <a:solidFill>
                  <a:srgbClr val="141719"/>
                </a:solidFill>
                <a:latin typeface="Noto Sans KR"/>
                <a:ea typeface="Noto Sans KR"/>
                <a:cs typeface="Noto Sans KR"/>
              </a:defRPr>
            </a:lvl5pPr>
            <a:lvl6pPr algn="ctr">
              <a:defRPr sz="1650" b="1">
                <a:solidFill>
                  <a:srgbClr val="141719"/>
                </a:solidFill>
                <a:latin typeface="Noto Sans KR"/>
                <a:ea typeface="Noto Sans KR"/>
                <a:cs typeface="Noto Sans KR"/>
              </a:defRPr>
            </a:lvl6pPr>
            <a:lvl7pPr algn="ctr">
              <a:defRPr sz="1650" b="1">
                <a:solidFill>
                  <a:srgbClr val="141719"/>
                </a:solidFill>
                <a:latin typeface="Noto Sans KR"/>
                <a:ea typeface="Noto Sans KR"/>
                <a:cs typeface="Noto Sans KR"/>
              </a:defRPr>
            </a:lvl7pPr>
            <a:lvl8pPr algn="ctr">
              <a:defRPr sz="1650" b="1">
                <a:solidFill>
                  <a:srgbClr val="141719"/>
                </a:solidFill>
                <a:latin typeface="Noto Sans KR"/>
                <a:ea typeface="Noto Sans KR"/>
                <a:cs typeface="Noto Sans KR"/>
              </a:defRPr>
            </a:lvl8pPr>
            <a:lvl9pPr algn="ctr">
              <a:defRPr sz="1650" b="1">
                <a:solidFill>
                  <a:srgbClr val="141719"/>
                </a:solidFill>
                <a:latin typeface="Noto Sans KR"/>
                <a:ea typeface="Noto Sans KR"/>
                <a:cs typeface="Noto Sans KR"/>
              </a:defRPr>
            </a:lvl9pPr>
          </a:lstStyle>
          <a:p xmlns:a="http://schemas.openxmlformats.org/drawingml/2006/main">
            <a:pPr algn="ctr">
              <a:lnSpc>
                <a:spcPct val="118000"/>
              </a:lnSpc>
              <a:buNone/>
              <a:defRPr sz="1650" b="1">
                <a:solidFill>
                  <a:srgbClr val="141719"/>
                </a:solidFill>
                <a:latin typeface="Noto Sans KR"/>
                <a:ea typeface="Noto Sans KR"/>
                <a:cs typeface="Noto Sans KR"/>
              </a:defRPr>
            </a:pPr>
            <a:r>
              <a:rPr sz="1650" b="1">
                <a:solidFill>
                  <a:srgbClr val="141719"/>
                </a:solidFill>
                <a:latin typeface="Noto Sans KR"/>
                <a:ea typeface="Noto Sans KR"/>
                <a:cs typeface="Noto Sans KR"/>
              </a:rPr>
              <a:t>Mosquitto</a:t>
            </a:r>
          </a:p>
        </p:txBody>
      </p:sp>
      <p:sp>
        <p:nvSpPr>
          <p:cNvPr id="22" name="text">
            <a:extLst xmlns:a="http://schemas.openxmlformats.org/drawingml/2006/main">
              <a:ext uri="{FF2B5EF4-FFF2-40B4-BE49-F238E27FC236}">
                <a16:creationId xmlns:a16="http://schemas.microsoft.com/office/drawing/2014/main" id="{E80C5141-6034-485E-AC69-D6394CB1BE78}"/>
              </a:ext>
            </a:extLst>
          </p:cNvPr>
          <p:cNvSpPr>
            <a:spLocks xmlns:a="http://schemas.openxmlformats.org/drawingml/2006/main" noGrp="1"/>
          </p:cNvSpPr>
          <p:nvPr/>
        </p:nvSpPr>
        <p:spPr>
          <a:xfrm xmlns:a="http://schemas.openxmlformats.org/drawingml/2006/main">
            <a:off x="8553450" y="2924175"/>
            <a:ext cx="1657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00" b="0">
                <a:solidFill>
                  <a:srgbClr val="586368"/>
                </a:solidFill>
                <a:latin typeface="Noto Sans KR"/>
                <a:ea typeface="Noto Sans KR"/>
                <a:cs typeface="Noto Sans KR"/>
              </a:defRPr>
            </a:defPPr>
            <a:lvl1pPr algn="ctr">
              <a:defRPr sz="1200" b="0">
                <a:solidFill>
                  <a:srgbClr val="586368"/>
                </a:solidFill>
                <a:latin typeface="Noto Sans KR"/>
                <a:ea typeface="Noto Sans KR"/>
                <a:cs typeface="Noto Sans KR"/>
              </a:defRPr>
            </a:lvl1pPr>
            <a:lvl2pPr algn="ctr">
              <a:defRPr sz="1200" b="0">
                <a:solidFill>
                  <a:srgbClr val="586368"/>
                </a:solidFill>
                <a:latin typeface="Noto Sans KR"/>
                <a:ea typeface="Noto Sans KR"/>
                <a:cs typeface="Noto Sans KR"/>
              </a:defRPr>
            </a:lvl2pPr>
            <a:lvl3pPr algn="ctr">
              <a:defRPr sz="1200" b="0">
                <a:solidFill>
                  <a:srgbClr val="586368"/>
                </a:solidFill>
                <a:latin typeface="Noto Sans KR"/>
                <a:ea typeface="Noto Sans KR"/>
                <a:cs typeface="Noto Sans KR"/>
              </a:defRPr>
            </a:lvl3pPr>
            <a:lvl4pPr algn="ctr">
              <a:defRPr sz="1200" b="0">
                <a:solidFill>
                  <a:srgbClr val="586368"/>
                </a:solidFill>
                <a:latin typeface="Noto Sans KR"/>
                <a:ea typeface="Noto Sans KR"/>
                <a:cs typeface="Noto Sans KR"/>
              </a:defRPr>
            </a:lvl4pPr>
            <a:lvl5pPr algn="ctr">
              <a:defRPr sz="1200" b="0">
                <a:solidFill>
                  <a:srgbClr val="586368"/>
                </a:solidFill>
                <a:latin typeface="Noto Sans KR"/>
                <a:ea typeface="Noto Sans KR"/>
                <a:cs typeface="Noto Sans KR"/>
              </a:defRPr>
            </a:lvl5pPr>
            <a:lvl6pPr algn="ctr">
              <a:defRPr sz="1200" b="0">
                <a:solidFill>
                  <a:srgbClr val="586368"/>
                </a:solidFill>
                <a:latin typeface="Noto Sans KR"/>
                <a:ea typeface="Noto Sans KR"/>
                <a:cs typeface="Noto Sans KR"/>
              </a:defRPr>
            </a:lvl6pPr>
            <a:lvl7pPr algn="ctr">
              <a:defRPr sz="1200" b="0">
                <a:solidFill>
                  <a:srgbClr val="586368"/>
                </a:solidFill>
                <a:latin typeface="Noto Sans KR"/>
                <a:ea typeface="Noto Sans KR"/>
                <a:cs typeface="Noto Sans KR"/>
              </a:defRPr>
            </a:lvl7pPr>
            <a:lvl8pPr algn="ctr">
              <a:defRPr sz="1200" b="0">
                <a:solidFill>
                  <a:srgbClr val="586368"/>
                </a:solidFill>
                <a:latin typeface="Noto Sans KR"/>
                <a:ea typeface="Noto Sans KR"/>
                <a:cs typeface="Noto Sans KR"/>
              </a:defRPr>
            </a:lvl8pPr>
            <a:lvl9pPr algn="ctr">
              <a:defRPr sz="1200" b="0">
                <a:solidFill>
                  <a:srgbClr val="586368"/>
                </a:solidFill>
                <a:latin typeface="Noto Sans KR"/>
                <a:ea typeface="Noto Sans KR"/>
                <a:cs typeface="Noto Sans KR"/>
              </a:defRPr>
            </a:lvl9pPr>
          </a:lstStyle>
          <a:p xmlns:a="http://schemas.openxmlformats.org/drawingml/2006/main">
            <a:pPr algn="ctr">
              <a:lnSpc>
                <a:spcPct val="118000"/>
              </a:lnSpc>
              <a:buNone/>
              <a:defRPr sz="1200" b="0">
                <a:solidFill>
                  <a:srgbClr val="586368"/>
                </a:solidFill>
                <a:latin typeface="Noto Sans KR"/>
                <a:ea typeface="Noto Sans KR"/>
                <a:cs typeface="Noto Sans KR"/>
              </a:defRPr>
            </a:pPr>
            <a:r>
              <a:rPr sz="1200" b="0">
                <a:solidFill>
                  <a:srgbClr val="586368"/>
                </a:solidFill>
                <a:latin typeface="Noto Sans KR"/>
                <a:ea typeface="Noto Sans KR"/>
                <a:cs typeface="Noto Sans KR"/>
              </a:rPr>
              <a:t>판단 발행·검토 수신</a:t>
            </a:r>
          </a:p>
        </p:txBody>
      </p:sp>
      <p:sp>
        <p:nvSpPr>
          <p:cNvPr id="23" name="process-Central App">
            <a:extLst xmlns:a="http://schemas.openxmlformats.org/drawingml/2006/main">
              <a:ext uri="{FF2B5EF4-FFF2-40B4-BE49-F238E27FC236}">
                <a16:creationId xmlns:a16="http://schemas.microsoft.com/office/drawing/2014/main" id="{F1E5FBC8-8C36-4AC8-AA2E-1CE6CF642983}"/>
              </a:ext>
            </a:extLst>
          </p:cNvPr>
          <p:cNvSpPr>
            <a:spLocks xmlns:a="http://schemas.openxmlformats.org/drawingml/2006/main" noGrp="1"/>
          </p:cNvSpPr>
          <p:nvPr/>
        </p:nvSpPr>
        <p:spPr>
          <a:xfrm xmlns:a="http://schemas.openxmlformats.org/drawingml/2006/main">
            <a:off x="8458200" y="3733800"/>
            <a:ext cx="1847850" cy="685800"/>
          </a:xfrm>
          <a:prstGeom xmlns:a="http://schemas.openxmlformats.org/drawingml/2006/main" prst="rect">
            <a:avLst/>
          </a:prstGeom>
          <a:solidFill xmlns:a="http://schemas.openxmlformats.org/drawingml/2006/main">
            <a:srgbClr val="FFFFFF"/>
          </a:solidFill>
          <a:ln xmlns:a="http://schemas.openxmlformats.org/drawingml/2006/main" w="11430">
            <a:solidFill>
              <a:srgbClr val="D6DEE0"/>
            </a:solidFill>
            <a:prstDash val="solid"/>
          </a:ln>
        </p:spPr>
      </p:sp>
      <p:sp>
        <p:nvSpPr>
          <p:cNvPr id="24" name="text">
            <a:extLst xmlns:a="http://schemas.openxmlformats.org/drawingml/2006/main">
              <a:ext uri="{FF2B5EF4-FFF2-40B4-BE49-F238E27FC236}">
                <a16:creationId xmlns:a16="http://schemas.microsoft.com/office/drawing/2014/main" id="{7D60F154-EAAB-4B32-8FBF-AC4BC1B15D3F}"/>
              </a:ext>
            </a:extLst>
          </p:cNvPr>
          <p:cNvSpPr>
            <a:spLocks xmlns:a="http://schemas.openxmlformats.org/drawingml/2006/main" noGrp="1"/>
          </p:cNvSpPr>
          <p:nvPr/>
        </p:nvSpPr>
        <p:spPr>
          <a:xfrm xmlns:a="http://schemas.openxmlformats.org/drawingml/2006/main">
            <a:off x="8553450" y="3781425"/>
            <a:ext cx="1657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1">
                <a:solidFill>
                  <a:srgbClr val="141719"/>
                </a:solidFill>
                <a:latin typeface="Noto Sans KR"/>
                <a:ea typeface="Noto Sans KR"/>
                <a:cs typeface="Noto Sans KR"/>
              </a:defRPr>
            </a:defPPr>
            <a:lvl1pPr algn="ctr">
              <a:defRPr sz="1575" b="1">
                <a:solidFill>
                  <a:srgbClr val="141719"/>
                </a:solidFill>
                <a:latin typeface="Noto Sans KR"/>
                <a:ea typeface="Noto Sans KR"/>
                <a:cs typeface="Noto Sans KR"/>
              </a:defRPr>
            </a:lvl1pPr>
            <a:lvl2pPr algn="ctr">
              <a:defRPr sz="1575" b="1">
                <a:solidFill>
                  <a:srgbClr val="141719"/>
                </a:solidFill>
                <a:latin typeface="Noto Sans KR"/>
                <a:ea typeface="Noto Sans KR"/>
                <a:cs typeface="Noto Sans KR"/>
              </a:defRPr>
            </a:lvl2pPr>
            <a:lvl3pPr algn="ctr">
              <a:defRPr sz="1575" b="1">
                <a:solidFill>
                  <a:srgbClr val="141719"/>
                </a:solidFill>
                <a:latin typeface="Noto Sans KR"/>
                <a:ea typeface="Noto Sans KR"/>
                <a:cs typeface="Noto Sans KR"/>
              </a:defRPr>
            </a:lvl3pPr>
            <a:lvl4pPr algn="ctr">
              <a:defRPr sz="1575" b="1">
                <a:solidFill>
                  <a:srgbClr val="141719"/>
                </a:solidFill>
                <a:latin typeface="Noto Sans KR"/>
                <a:ea typeface="Noto Sans KR"/>
                <a:cs typeface="Noto Sans KR"/>
              </a:defRPr>
            </a:lvl4pPr>
            <a:lvl5pPr algn="ctr">
              <a:defRPr sz="1575" b="1">
                <a:solidFill>
                  <a:srgbClr val="141719"/>
                </a:solidFill>
                <a:latin typeface="Noto Sans KR"/>
                <a:ea typeface="Noto Sans KR"/>
                <a:cs typeface="Noto Sans KR"/>
              </a:defRPr>
            </a:lvl5pPr>
            <a:lvl6pPr algn="ctr">
              <a:defRPr sz="1575" b="1">
                <a:solidFill>
                  <a:srgbClr val="141719"/>
                </a:solidFill>
                <a:latin typeface="Noto Sans KR"/>
                <a:ea typeface="Noto Sans KR"/>
                <a:cs typeface="Noto Sans KR"/>
              </a:defRPr>
            </a:lvl6pPr>
            <a:lvl7pPr algn="ctr">
              <a:defRPr sz="1575" b="1">
                <a:solidFill>
                  <a:srgbClr val="141719"/>
                </a:solidFill>
                <a:latin typeface="Noto Sans KR"/>
                <a:ea typeface="Noto Sans KR"/>
                <a:cs typeface="Noto Sans KR"/>
              </a:defRPr>
            </a:lvl7pPr>
            <a:lvl8pPr algn="ctr">
              <a:defRPr sz="1575" b="1">
                <a:solidFill>
                  <a:srgbClr val="141719"/>
                </a:solidFill>
                <a:latin typeface="Noto Sans KR"/>
                <a:ea typeface="Noto Sans KR"/>
                <a:cs typeface="Noto Sans KR"/>
              </a:defRPr>
            </a:lvl8pPr>
            <a:lvl9pPr algn="ctr">
              <a:defRPr sz="1575" b="1">
                <a:solidFill>
                  <a:srgbClr val="141719"/>
                </a:solidFill>
                <a:latin typeface="Noto Sans KR"/>
                <a:ea typeface="Noto Sans KR"/>
                <a:cs typeface="Noto Sans KR"/>
              </a:defRPr>
            </a:lvl9pPr>
          </a:lstStyle>
          <a:p xmlns:a="http://schemas.openxmlformats.org/drawingml/2006/main">
            <a:pPr algn="ctr">
              <a:lnSpc>
                <a:spcPct val="118000"/>
              </a:lnSpc>
              <a:buNone/>
              <a:defRPr sz="1575" b="1">
                <a:solidFill>
                  <a:srgbClr val="141719"/>
                </a:solidFill>
                <a:latin typeface="Noto Sans KR"/>
                <a:ea typeface="Noto Sans KR"/>
                <a:cs typeface="Noto Sans KR"/>
              </a:defRPr>
            </a:pPr>
            <a:r>
              <a:rPr sz="1575" b="1">
                <a:solidFill>
                  <a:srgbClr val="141719"/>
                </a:solidFill>
                <a:latin typeface="Noto Sans KR"/>
                <a:ea typeface="Noto Sans KR"/>
                <a:cs typeface="Noto Sans KR"/>
              </a:rPr>
              <a:t>Central App</a:t>
            </a:r>
          </a:p>
        </p:txBody>
      </p:sp>
      <p:sp>
        <p:nvSpPr>
          <p:cNvPr id="25" name="text">
            <a:extLst xmlns:a="http://schemas.openxmlformats.org/drawingml/2006/main">
              <a:ext uri="{FF2B5EF4-FFF2-40B4-BE49-F238E27FC236}">
                <a16:creationId xmlns:a16="http://schemas.microsoft.com/office/drawing/2014/main" id="{40AF9F7F-C56E-412F-830C-58AFFC310945}"/>
              </a:ext>
            </a:extLst>
          </p:cNvPr>
          <p:cNvSpPr>
            <a:spLocks xmlns:a="http://schemas.openxmlformats.org/drawingml/2006/main" noGrp="1"/>
          </p:cNvSpPr>
          <p:nvPr/>
        </p:nvSpPr>
        <p:spPr>
          <a:xfrm xmlns:a="http://schemas.openxmlformats.org/drawingml/2006/main">
            <a:off x="8553450" y="4057650"/>
            <a:ext cx="16573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0" b="0">
                <a:solidFill>
                  <a:srgbClr val="586368"/>
                </a:solidFill>
                <a:latin typeface="Noto Sans KR"/>
                <a:ea typeface="Noto Sans KR"/>
                <a:cs typeface="Noto Sans KR"/>
              </a:defRPr>
            </a:defPPr>
            <a:lvl1pPr algn="ctr">
              <a:defRPr sz="1050" b="0">
                <a:solidFill>
                  <a:srgbClr val="586368"/>
                </a:solidFill>
                <a:latin typeface="Noto Sans KR"/>
                <a:ea typeface="Noto Sans KR"/>
                <a:cs typeface="Noto Sans KR"/>
              </a:defRPr>
            </a:lvl1pPr>
            <a:lvl2pPr algn="ctr">
              <a:defRPr sz="1050" b="0">
                <a:solidFill>
                  <a:srgbClr val="586368"/>
                </a:solidFill>
                <a:latin typeface="Noto Sans KR"/>
                <a:ea typeface="Noto Sans KR"/>
                <a:cs typeface="Noto Sans KR"/>
              </a:defRPr>
            </a:lvl2pPr>
            <a:lvl3pPr algn="ctr">
              <a:defRPr sz="1050" b="0">
                <a:solidFill>
                  <a:srgbClr val="586368"/>
                </a:solidFill>
                <a:latin typeface="Noto Sans KR"/>
                <a:ea typeface="Noto Sans KR"/>
                <a:cs typeface="Noto Sans KR"/>
              </a:defRPr>
            </a:lvl3pPr>
            <a:lvl4pPr algn="ctr">
              <a:defRPr sz="1050" b="0">
                <a:solidFill>
                  <a:srgbClr val="586368"/>
                </a:solidFill>
                <a:latin typeface="Noto Sans KR"/>
                <a:ea typeface="Noto Sans KR"/>
                <a:cs typeface="Noto Sans KR"/>
              </a:defRPr>
            </a:lvl4pPr>
            <a:lvl5pPr algn="ctr">
              <a:defRPr sz="1050" b="0">
                <a:solidFill>
                  <a:srgbClr val="586368"/>
                </a:solidFill>
                <a:latin typeface="Noto Sans KR"/>
                <a:ea typeface="Noto Sans KR"/>
                <a:cs typeface="Noto Sans KR"/>
              </a:defRPr>
            </a:lvl5pPr>
            <a:lvl6pPr algn="ctr">
              <a:defRPr sz="1050" b="0">
                <a:solidFill>
                  <a:srgbClr val="586368"/>
                </a:solidFill>
                <a:latin typeface="Noto Sans KR"/>
                <a:ea typeface="Noto Sans KR"/>
                <a:cs typeface="Noto Sans KR"/>
              </a:defRPr>
            </a:lvl6pPr>
            <a:lvl7pPr algn="ctr">
              <a:defRPr sz="1050" b="0">
                <a:solidFill>
                  <a:srgbClr val="586368"/>
                </a:solidFill>
                <a:latin typeface="Noto Sans KR"/>
                <a:ea typeface="Noto Sans KR"/>
                <a:cs typeface="Noto Sans KR"/>
              </a:defRPr>
            </a:lvl7pPr>
            <a:lvl8pPr algn="ctr">
              <a:defRPr sz="1050" b="0">
                <a:solidFill>
                  <a:srgbClr val="586368"/>
                </a:solidFill>
                <a:latin typeface="Noto Sans KR"/>
                <a:ea typeface="Noto Sans KR"/>
                <a:cs typeface="Noto Sans KR"/>
              </a:defRPr>
            </a:lvl8pPr>
            <a:lvl9pPr algn="ctr">
              <a:defRPr sz="1050" b="0">
                <a:solidFill>
                  <a:srgbClr val="586368"/>
                </a:solidFill>
                <a:latin typeface="Noto Sans KR"/>
                <a:ea typeface="Noto Sans KR"/>
                <a:cs typeface="Noto Sans KR"/>
              </a:defRPr>
            </a:lvl9pPr>
          </a:lstStyle>
          <a:p xmlns:a="http://schemas.openxmlformats.org/drawingml/2006/main">
            <a:pPr algn="ctr">
              <a:lnSpc>
                <a:spcPct val="118000"/>
              </a:lnSpc>
              <a:buNone/>
              <a:defRPr sz="1050" b="0">
                <a:solidFill>
                  <a:srgbClr val="586368"/>
                </a:solidFill>
                <a:latin typeface="Noto Sans KR"/>
                <a:ea typeface="Noto Sans KR"/>
                <a:cs typeface="Noto Sans KR"/>
              </a:defRPr>
            </a:pPr>
            <a:r>
              <a:rPr sz="1050" b="0">
                <a:solidFill>
                  <a:srgbClr val="586368"/>
                </a:solidFill>
                <a:latin typeface="Noto Sans KR"/>
                <a:ea typeface="Noto Sans KR"/>
                <a:cs typeface="Noto Sans KR"/>
              </a:rPr>
              <a:t>검증과 Action Router</a:t>
            </a:r>
          </a:p>
        </p:txBody>
      </p:sp>
      <p:sp>
        <p:nvSpPr>
          <p:cNvPr id="26" name="process-팀 공통 출력부">
            <a:extLst xmlns:a="http://schemas.openxmlformats.org/drawingml/2006/main">
              <a:ext uri="{FF2B5EF4-FFF2-40B4-BE49-F238E27FC236}">
                <a16:creationId xmlns:a16="http://schemas.microsoft.com/office/drawing/2014/main" id="{3F573EB3-60B7-4089-85B4-0112D3BCDAA0}"/>
              </a:ext>
            </a:extLst>
          </p:cNvPr>
          <p:cNvSpPr>
            <a:spLocks xmlns:a="http://schemas.openxmlformats.org/drawingml/2006/main" noGrp="1"/>
          </p:cNvSpPr>
          <p:nvPr/>
        </p:nvSpPr>
        <p:spPr>
          <a:xfrm xmlns:a="http://schemas.openxmlformats.org/drawingml/2006/main">
            <a:off x="10953750" y="3733800"/>
            <a:ext cx="2000250" cy="685800"/>
          </a:xfrm>
          <a:prstGeom xmlns:a="http://schemas.openxmlformats.org/drawingml/2006/main" prst="rect">
            <a:avLst/>
          </a:prstGeom>
          <a:solidFill xmlns:a="http://schemas.openxmlformats.org/drawingml/2006/main">
            <a:srgbClr val="FFFFFF"/>
          </a:solidFill>
          <a:ln xmlns:a="http://schemas.openxmlformats.org/drawingml/2006/main" w="11430">
            <a:solidFill>
              <a:srgbClr val="D6DEE0"/>
            </a:solidFill>
            <a:prstDash val="solid"/>
          </a:ln>
        </p:spPr>
      </p:sp>
      <p:sp>
        <p:nvSpPr>
          <p:cNvPr id="27" name="text">
            <a:extLst xmlns:a="http://schemas.openxmlformats.org/drawingml/2006/main">
              <a:ext uri="{FF2B5EF4-FFF2-40B4-BE49-F238E27FC236}">
                <a16:creationId xmlns:a16="http://schemas.microsoft.com/office/drawing/2014/main" id="{F76F67E1-59F5-4E35-9541-3B47B6725825}"/>
              </a:ext>
            </a:extLst>
          </p:cNvPr>
          <p:cNvSpPr>
            <a:spLocks xmlns:a="http://schemas.openxmlformats.org/drawingml/2006/main" noGrp="1"/>
          </p:cNvSpPr>
          <p:nvPr/>
        </p:nvSpPr>
        <p:spPr>
          <a:xfrm xmlns:a="http://schemas.openxmlformats.org/drawingml/2006/main">
            <a:off x="11049000" y="3781425"/>
            <a:ext cx="1809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141719"/>
                </a:solidFill>
                <a:latin typeface="Noto Sans KR"/>
                <a:ea typeface="Noto Sans KR"/>
                <a:cs typeface="Noto Sans KR"/>
              </a:defRPr>
            </a:defPPr>
            <a:lvl1pPr algn="ctr">
              <a:defRPr sz="1650" b="1">
                <a:solidFill>
                  <a:srgbClr val="141719"/>
                </a:solidFill>
                <a:latin typeface="Noto Sans KR"/>
                <a:ea typeface="Noto Sans KR"/>
                <a:cs typeface="Noto Sans KR"/>
              </a:defRPr>
            </a:lvl1pPr>
            <a:lvl2pPr algn="ctr">
              <a:defRPr sz="1650" b="1">
                <a:solidFill>
                  <a:srgbClr val="141719"/>
                </a:solidFill>
                <a:latin typeface="Noto Sans KR"/>
                <a:ea typeface="Noto Sans KR"/>
                <a:cs typeface="Noto Sans KR"/>
              </a:defRPr>
            </a:lvl2pPr>
            <a:lvl3pPr algn="ctr">
              <a:defRPr sz="1650" b="1">
                <a:solidFill>
                  <a:srgbClr val="141719"/>
                </a:solidFill>
                <a:latin typeface="Noto Sans KR"/>
                <a:ea typeface="Noto Sans KR"/>
                <a:cs typeface="Noto Sans KR"/>
              </a:defRPr>
            </a:lvl3pPr>
            <a:lvl4pPr algn="ctr">
              <a:defRPr sz="1650" b="1">
                <a:solidFill>
                  <a:srgbClr val="141719"/>
                </a:solidFill>
                <a:latin typeface="Noto Sans KR"/>
                <a:ea typeface="Noto Sans KR"/>
                <a:cs typeface="Noto Sans KR"/>
              </a:defRPr>
            </a:lvl4pPr>
            <a:lvl5pPr algn="ctr">
              <a:defRPr sz="1650" b="1">
                <a:solidFill>
                  <a:srgbClr val="141719"/>
                </a:solidFill>
                <a:latin typeface="Noto Sans KR"/>
                <a:ea typeface="Noto Sans KR"/>
                <a:cs typeface="Noto Sans KR"/>
              </a:defRPr>
            </a:lvl5pPr>
            <a:lvl6pPr algn="ctr">
              <a:defRPr sz="1650" b="1">
                <a:solidFill>
                  <a:srgbClr val="141719"/>
                </a:solidFill>
                <a:latin typeface="Noto Sans KR"/>
                <a:ea typeface="Noto Sans KR"/>
                <a:cs typeface="Noto Sans KR"/>
              </a:defRPr>
            </a:lvl6pPr>
            <a:lvl7pPr algn="ctr">
              <a:defRPr sz="1650" b="1">
                <a:solidFill>
                  <a:srgbClr val="141719"/>
                </a:solidFill>
                <a:latin typeface="Noto Sans KR"/>
                <a:ea typeface="Noto Sans KR"/>
                <a:cs typeface="Noto Sans KR"/>
              </a:defRPr>
            </a:lvl7pPr>
            <a:lvl8pPr algn="ctr">
              <a:defRPr sz="1650" b="1">
                <a:solidFill>
                  <a:srgbClr val="141719"/>
                </a:solidFill>
                <a:latin typeface="Noto Sans KR"/>
                <a:ea typeface="Noto Sans KR"/>
                <a:cs typeface="Noto Sans KR"/>
              </a:defRPr>
            </a:lvl8pPr>
            <a:lvl9pPr algn="ctr">
              <a:defRPr sz="1650" b="1">
                <a:solidFill>
                  <a:srgbClr val="141719"/>
                </a:solidFill>
                <a:latin typeface="Noto Sans KR"/>
                <a:ea typeface="Noto Sans KR"/>
                <a:cs typeface="Noto Sans KR"/>
              </a:defRPr>
            </a:lvl9pPr>
          </a:lstStyle>
          <a:p xmlns:a="http://schemas.openxmlformats.org/drawingml/2006/main">
            <a:pPr algn="ctr">
              <a:lnSpc>
                <a:spcPct val="118000"/>
              </a:lnSpc>
              <a:buNone/>
              <a:defRPr sz="1650" b="1">
                <a:solidFill>
                  <a:srgbClr val="141719"/>
                </a:solidFill>
                <a:latin typeface="Noto Sans KR"/>
                <a:ea typeface="Noto Sans KR"/>
                <a:cs typeface="Noto Sans KR"/>
              </a:defRPr>
            </a:pPr>
            <a:r>
              <a:rPr sz="1650" b="1">
                <a:solidFill>
                  <a:srgbClr val="141719"/>
                </a:solidFill>
                <a:latin typeface="Noto Sans KR"/>
                <a:ea typeface="Noto Sans KR"/>
                <a:cs typeface="Noto Sans KR"/>
              </a:rPr>
              <a:t>팀 공통 출력부</a:t>
            </a:r>
          </a:p>
        </p:txBody>
      </p:sp>
      <p:sp>
        <p:nvSpPr>
          <p:cNvPr id="28" name="text">
            <a:extLst xmlns:a="http://schemas.openxmlformats.org/drawingml/2006/main">
              <a:ext uri="{FF2B5EF4-FFF2-40B4-BE49-F238E27FC236}">
                <a16:creationId xmlns:a16="http://schemas.microsoft.com/office/drawing/2014/main" id="{D47F6CD3-88DF-43A5-BB86-7B974548139B}"/>
              </a:ext>
            </a:extLst>
          </p:cNvPr>
          <p:cNvSpPr>
            <a:spLocks xmlns:a="http://schemas.openxmlformats.org/drawingml/2006/main" noGrp="1"/>
          </p:cNvSpPr>
          <p:nvPr/>
        </p:nvSpPr>
        <p:spPr>
          <a:xfrm xmlns:a="http://schemas.openxmlformats.org/drawingml/2006/main">
            <a:off x="11049000" y="4057650"/>
            <a:ext cx="1809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125" b="0">
                <a:solidFill>
                  <a:srgbClr val="586368"/>
                </a:solidFill>
                <a:latin typeface="Noto Sans KR"/>
                <a:ea typeface="Noto Sans KR"/>
                <a:cs typeface="Noto Sans KR"/>
              </a:defRPr>
            </a:defPPr>
            <a:lvl1pPr algn="ctr">
              <a:defRPr sz="1125" b="0">
                <a:solidFill>
                  <a:srgbClr val="586368"/>
                </a:solidFill>
                <a:latin typeface="Noto Sans KR"/>
                <a:ea typeface="Noto Sans KR"/>
                <a:cs typeface="Noto Sans KR"/>
              </a:defRPr>
            </a:lvl1pPr>
            <a:lvl2pPr algn="ctr">
              <a:defRPr sz="1125" b="0">
                <a:solidFill>
                  <a:srgbClr val="586368"/>
                </a:solidFill>
                <a:latin typeface="Noto Sans KR"/>
                <a:ea typeface="Noto Sans KR"/>
                <a:cs typeface="Noto Sans KR"/>
              </a:defRPr>
            </a:lvl2pPr>
            <a:lvl3pPr algn="ctr">
              <a:defRPr sz="1125" b="0">
                <a:solidFill>
                  <a:srgbClr val="586368"/>
                </a:solidFill>
                <a:latin typeface="Noto Sans KR"/>
                <a:ea typeface="Noto Sans KR"/>
                <a:cs typeface="Noto Sans KR"/>
              </a:defRPr>
            </a:lvl3pPr>
            <a:lvl4pPr algn="ctr">
              <a:defRPr sz="1125" b="0">
                <a:solidFill>
                  <a:srgbClr val="586368"/>
                </a:solidFill>
                <a:latin typeface="Noto Sans KR"/>
                <a:ea typeface="Noto Sans KR"/>
                <a:cs typeface="Noto Sans KR"/>
              </a:defRPr>
            </a:lvl4pPr>
            <a:lvl5pPr algn="ctr">
              <a:defRPr sz="1125" b="0">
                <a:solidFill>
                  <a:srgbClr val="586368"/>
                </a:solidFill>
                <a:latin typeface="Noto Sans KR"/>
                <a:ea typeface="Noto Sans KR"/>
                <a:cs typeface="Noto Sans KR"/>
              </a:defRPr>
            </a:lvl5pPr>
            <a:lvl6pPr algn="ctr">
              <a:defRPr sz="1125" b="0">
                <a:solidFill>
                  <a:srgbClr val="586368"/>
                </a:solidFill>
                <a:latin typeface="Noto Sans KR"/>
                <a:ea typeface="Noto Sans KR"/>
                <a:cs typeface="Noto Sans KR"/>
              </a:defRPr>
            </a:lvl6pPr>
            <a:lvl7pPr algn="ctr">
              <a:defRPr sz="1125" b="0">
                <a:solidFill>
                  <a:srgbClr val="586368"/>
                </a:solidFill>
                <a:latin typeface="Noto Sans KR"/>
                <a:ea typeface="Noto Sans KR"/>
                <a:cs typeface="Noto Sans KR"/>
              </a:defRPr>
            </a:lvl7pPr>
            <a:lvl8pPr algn="ctr">
              <a:defRPr sz="1125" b="0">
                <a:solidFill>
                  <a:srgbClr val="586368"/>
                </a:solidFill>
                <a:latin typeface="Noto Sans KR"/>
                <a:ea typeface="Noto Sans KR"/>
                <a:cs typeface="Noto Sans KR"/>
              </a:defRPr>
            </a:lvl8pPr>
            <a:lvl9pPr algn="ctr">
              <a:defRPr sz="1125" b="0">
                <a:solidFill>
                  <a:srgbClr val="586368"/>
                </a:solidFill>
                <a:latin typeface="Noto Sans KR"/>
                <a:ea typeface="Noto Sans KR"/>
                <a:cs typeface="Noto Sans KR"/>
              </a:defRPr>
            </a:lvl9pPr>
          </a:lstStyle>
          <a:p xmlns:a="http://schemas.openxmlformats.org/drawingml/2006/main">
            <a:pPr algn="ctr">
              <a:lnSpc>
                <a:spcPct val="118000"/>
              </a:lnSpc>
              <a:buNone/>
              <a:defRPr sz="1125" b="0">
                <a:solidFill>
                  <a:srgbClr val="586368"/>
                </a:solidFill>
                <a:latin typeface="Noto Sans KR"/>
                <a:ea typeface="Noto Sans KR"/>
                <a:cs typeface="Noto Sans KR"/>
              </a:defRPr>
            </a:pPr>
            <a:r>
              <a:rPr sz="1125" b="0">
                <a:solidFill>
                  <a:srgbClr val="586368"/>
                </a:solidFill>
                <a:latin typeface="Noto Sans KR"/>
                <a:ea typeface="Noto Sans KR"/>
                <a:cs typeface="Noto Sans KR"/>
              </a:rPr>
              <a:t>TTS·TV·조명·가전</a:t>
            </a:r>
          </a:p>
        </p:txBody>
      </p:sp>
      <p:sp>
        <p:nvSpPr>
          <p:cNvPr id="34" name="text">
            <a:extLst xmlns:a="http://schemas.openxmlformats.org/drawingml/2006/main">
              <a:ext uri="{FF2B5EF4-FFF2-40B4-BE49-F238E27FC236}">
                <a16:creationId xmlns:a16="http://schemas.microsoft.com/office/drawing/2014/main" id="{0EBE7E25-5055-4575-B724-5AA47391588A}"/>
              </a:ext>
            </a:extLst>
          </p:cNvPr>
          <p:cNvSpPr>
            <a:spLocks xmlns:a="http://schemas.openxmlformats.org/drawingml/2006/main" noGrp="1"/>
          </p:cNvSpPr>
          <p:nvPr/>
        </p:nvSpPr>
        <p:spPr>
          <a:xfrm xmlns:a="http://schemas.openxmlformats.org/drawingml/2006/main">
            <a:off x="5486400" y="22574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00877E"/>
                </a:solidFill>
                <a:latin typeface="Noto Sans KR"/>
                <a:ea typeface="Noto Sans KR"/>
                <a:cs typeface="Noto Sans KR"/>
              </a:defRPr>
            </a:defPPr>
            <a:lvl1pPr algn="ctr">
              <a:defRPr sz="975" b="0">
                <a:solidFill>
                  <a:srgbClr val="00877E"/>
                </a:solidFill>
                <a:latin typeface="Noto Sans KR"/>
                <a:ea typeface="Noto Sans KR"/>
                <a:cs typeface="Noto Sans KR"/>
              </a:defRPr>
            </a:lvl1pPr>
            <a:lvl2pPr algn="ctr">
              <a:defRPr sz="975" b="0">
                <a:solidFill>
                  <a:srgbClr val="00877E"/>
                </a:solidFill>
                <a:latin typeface="Noto Sans KR"/>
                <a:ea typeface="Noto Sans KR"/>
                <a:cs typeface="Noto Sans KR"/>
              </a:defRPr>
            </a:lvl2pPr>
            <a:lvl3pPr algn="ctr">
              <a:defRPr sz="975" b="0">
                <a:solidFill>
                  <a:srgbClr val="00877E"/>
                </a:solidFill>
                <a:latin typeface="Noto Sans KR"/>
                <a:ea typeface="Noto Sans KR"/>
                <a:cs typeface="Noto Sans KR"/>
              </a:defRPr>
            </a:lvl3pPr>
            <a:lvl4pPr algn="ctr">
              <a:defRPr sz="975" b="0">
                <a:solidFill>
                  <a:srgbClr val="00877E"/>
                </a:solidFill>
                <a:latin typeface="Noto Sans KR"/>
                <a:ea typeface="Noto Sans KR"/>
                <a:cs typeface="Noto Sans KR"/>
              </a:defRPr>
            </a:lvl4pPr>
            <a:lvl5pPr algn="ctr">
              <a:defRPr sz="975" b="0">
                <a:solidFill>
                  <a:srgbClr val="00877E"/>
                </a:solidFill>
                <a:latin typeface="Noto Sans KR"/>
                <a:ea typeface="Noto Sans KR"/>
                <a:cs typeface="Noto Sans KR"/>
              </a:defRPr>
            </a:lvl5pPr>
            <a:lvl6pPr algn="ctr">
              <a:defRPr sz="975" b="0">
                <a:solidFill>
                  <a:srgbClr val="00877E"/>
                </a:solidFill>
                <a:latin typeface="Noto Sans KR"/>
                <a:ea typeface="Noto Sans KR"/>
                <a:cs typeface="Noto Sans KR"/>
              </a:defRPr>
            </a:lvl6pPr>
            <a:lvl7pPr algn="ctr">
              <a:defRPr sz="975" b="0">
                <a:solidFill>
                  <a:srgbClr val="00877E"/>
                </a:solidFill>
                <a:latin typeface="Noto Sans KR"/>
                <a:ea typeface="Noto Sans KR"/>
                <a:cs typeface="Noto Sans KR"/>
              </a:defRPr>
            </a:lvl7pPr>
            <a:lvl8pPr algn="ctr">
              <a:defRPr sz="975" b="0">
                <a:solidFill>
                  <a:srgbClr val="00877E"/>
                </a:solidFill>
                <a:latin typeface="Noto Sans KR"/>
                <a:ea typeface="Noto Sans KR"/>
                <a:cs typeface="Noto Sans KR"/>
              </a:defRPr>
            </a:lvl8pPr>
            <a:lvl9pPr algn="ctr">
              <a:defRPr sz="975" b="0">
                <a:solidFill>
                  <a:srgbClr val="00877E"/>
                </a:solidFill>
                <a:latin typeface="Noto Sans KR"/>
                <a:ea typeface="Noto Sans KR"/>
                <a:cs typeface="Noto Sans KR"/>
              </a:defRPr>
            </a:lvl9pPr>
          </a:lstStyle>
          <a:p xmlns:a="http://schemas.openxmlformats.org/drawingml/2006/main">
            <a:pPr algn="ctr">
              <a:lnSpc>
                <a:spcPct val="118000"/>
              </a:lnSpc>
              <a:buNone/>
              <a:defRPr sz="975" b="0">
                <a:solidFill>
                  <a:srgbClr val="00877E"/>
                </a:solidFill>
                <a:latin typeface="Noto Sans KR"/>
                <a:ea typeface="Noto Sans KR"/>
                <a:cs typeface="Noto Sans KR"/>
              </a:defRPr>
            </a:pPr>
            <a:r>
              <a:rPr sz="975" b="0">
                <a:solidFill>
                  <a:srgbClr val="00877E"/>
                </a:solidFill>
                <a:latin typeface="Noto Sans KR"/>
                <a:ea typeface="Noto Sans KR"/>
                <a:cs typeface="Noto Sans KR"/>
              </a:rPr>
              <a:t>state_changed</a:t>
            </a:r>
          </a:p>
        </p:txBody>
      </p:sp>
      <p:sp>
        <p:nvSpPr>
          <p:cNvPr id="35" name="text">
            <a:extLst xmlns:a="http://schemas.openxmlformats.org/drawingml/2006/main">
              <a:ext uri="{FF2B5EF4-FFF2-40B4-BE49-F238E27FC236}">
                <a16:creationId xmlns:a16="http://schemas.microsoft.com/office/drawing/2014/main" id="{B0AB4D80-46E8-4DD3-A171-18D0283B6666}"/>
              </a:ext>
            </a:extLst>
          </p:cNvPr>
          <p:cNvSpPr>
            <a:spLocks xmlns:a="http://schemas.openxmlformats.org/drawingml/2006/main" noGrp="1"/>
          </p:cNvSpPr>
          <p:nvPr/>
        </p:nvSpPr>
        <p:spPr>
          <a:xfrm xmlns:a="http://schemas.openxmlformats.org/drawingml/2006/main">
            <a:off x="8020050" y="2257425"/>
            <a:ext cx="1047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586368"/>
                </a:solidFill>
                <a:latin typeface="Noto Sans KR"/>
                <a:ea typeface="Noto Sans KR"/>
                <a:cs typeface="Noto Sans KR"/>
              </a:defRPr>
            </a:defPPr>
            <a:lvl1pPr algn="ctr">
              <a:defRPr sz="975" b="0">
                <a:solidFill>
                  <a:srgbClr val="586368"/>
                </a:solidFill>
                <a:latin typeface="Noto Sans KR"/>
                <a:ea typeface="Noto Sans KR"/>
                <a:cs typeface="Noto Sans KR"/>
              </a:defRPr>
            </a:lvl1pPr>
            <a:lvl2pPr algn="ctr">
              <a:defRPr sz="975" b="0">
                <a:solidFill>
                  <a:srgbClr val="586368"/>
                </a:solidFill>
                <a:latin typeface="Noto Sans KR"/>
                <a:ea typeface="Noto Sans KR"/>
                <a:cs typeface="Noto Sans KR"/>
              </a:defRPr>
            </a:lvl2pPr>
            <a:lvl3pPr algn="ctr">
              <a:defRPr sz="975" b="0">
                <a:solidFill>
                  <a:srgbClr val="586368"/>
                </a:solidFill>
                <a:latin typeface="Noto Sans KR"/>
                <a:ea typeface="Noto Sans KR"/>
                <a:cs typeface="Noto Sans KR"/>
              </a:defRPr>
            </a:lvl3pPr>
            <a:lvl4pPr algn="ctr">
              <a:defRPr sz="975" b="0">
                <a:solidFill>
                  <a:srgbClr val="586368"/>
                </a:solidFill>
                <a:latin typeface="Noto Sans KR"/>
                <a:ea typeface="Noto Sans KR"/>
                <a:cs typeface="Noto Sans KR"/>
              </a:defRPr>
            </a:lvl4pPr>
            <a:lvl5pPr algn="ctr">
              <a:defRPr sz="975" b="0">
                <a:solidFill>
                  <a:srgbClr val="586368"/>
                </a:solidFill>
                <a:latin typeface="Noto Sans KR"/>
                <a:ea typeface="Noto Sans KR"/>
                <a:cs typeface="Noto Sans KR"/>
              </a:defRPr>
            </a:lvl5pPr>
            <a:lvl6pPr algn="ctr">
              <a:defRPr sz="975" b="0">
                <a:solidFill>
                  <a:srgbClr val="586368"/>
                </a:solidFill>
                <a:latin typeface="Noto Sans KR"/>
                <a:ea typeface="Noto Sans KR"/>
                <a:cs typeface="Noto Sans KR"/>
              </a:defRPr>
            </a:lvl6pPr>
            <a:lvl7pPr algn="ctr">
              <a:defRPr sz="975" b="0">
                <a:solidFill>
                  <a:srgbClr val="586368"/>
                </a:solidFill>
                <a:latin typeface="Noto Sans KR"/>
                <a:ea typeface="Noto Sans KR"/>
                <a:cs typeface="Noto Sans KR"/>
              </a:defRPr>
            </a:lvl7pPr>
            <a:lvl8pPr algn="ctr">
              <a:defRPr sz="975" b="0">
                <a:solidFill>
                  <a:srgbClr val="586368"/>
                </a:solidFill>
                <a:latin typeface="Noto Sans KR"/>
                <a:ea typeface="Noto Sans KR"/>
                <a:cs typeface="Noto Sans KR"/>
              </a:defRPr>
            </a:lvl8pPr>
            <a:lvl9pPr algn="ctr">
              <a:defRPr sz="975" b="0">
                <a:solidFill>
                  <a:srgbClr val="586368"/>
                </a:solidFill>
                <a:latin typeface="Noto Sans KR"/>
                <a:ea typeface="Noto Sans KR"/>
                <a:cs typeface="Noto Sans KR"/>
              </a:defRPr>
            </a:lvl9pPr>
          </a:lstStyle>
          <a:p xmlns:a="http://schemas.openxmlformats.org/drawingml/2006/main">
            <a:pPr algn="ctr">
              <a:lnSpc>
                <a:spcPct val="118000"/>
              </a:lnSpc>
              <a:buNone/>
              <a:defRPr sz="975" b="0">
                <a:solidFill>
                  <a:srgbClr val="586368"/>
                </a:solidFill>
                <a:latin typeface="Noto Sans KR"/>
                <a:ea typeface="Noto Sans KR"/>
                <a:cs typeface="Noto Sans KR"/>
              </a:defRPr>
            </a:pPr>
            <a:r>
              <a:rPr sz="975" b="0">
                <a:solidFill>
                  <a:srgbClr val="586368"/>
                </a:solidFill>
                <a:latin typeface="Noto Sans KR"/>
                <a:ea typeface="Noto Sans KR"/>
                <a:cs typeface="Noto Sans KR"/>
              </a:rPr>
              <a:t>JSON / MQTT</a:t>
            </a:r>
          </a:p>
        </p:txBody>
      </p:sp>
      <p:sp>
        <p:nvSpPr>
          <p:cNvPr id="36" name="text">
            <a:extLst xmlns:a="http://schemas.openxmlformats.org/drawingml/2006/main">
              <a:ext uri="{FF2B5EF4-FFF2-40B4-BE49-F238E27FC236}">
                <a16:creationId xmlns:a16="http://schemas.microsoft.com/office/drawing/2014/main" id="{13837B10-D94B-4CB0-917C-F229590DE5CF}"/>
              </a:ext>
            </a:extLst>
          </p:cNvPr>
          <p:cNvSpPr>
            <a:spLocks xmlns:a="http://schemas.openxmlformats.org/drawingml/2006/main" noGrp="1"/>
          </p:cNvSpPr>
          <p:nvPr/>
        </p:nvSpPr>
        <p:spPr>
          <a:xfrm xmlns:a="http://schemas.openxmlformats.org/drawingml/2006/main">
            <a:off x="3524250" y="3733800"/>
            <a:ext cx="4533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141719"/>
                </a:solidFill>
                <a:latin typeface="Noto Sans KR"/>
                <a:ea typeface="Noto Sans KR"/>
                <a:cs typeface="Noto Sans KR"/>
              </a:defRPr>
            </a:defPPr>
            <a:lvl1pPr algn="l">
              <a:defRPr sz="1500" b="1">
                <a:solidFill>
                  <a:srgbClr val="141719"/>
                </a:solidFill>
                <a:latin typeface="Noto Sans KR"/>
                <a:ea typeface="Noto Sans KR"/>
                <a:cs typeface="Noto Sans KR"/>
              </a:defRPr>
            </a:lvl1pPr>
            <a:lvl2pPr algn="l">
              <a:defRPr sz="1500" b="1">
                <a:solidFill>
                  <a:srgbClr val="141719"/>
                </a:solidFill>
                <a:latin typeface="Noto Sans KR"/>
                <a:ea typeface="Noto Sans KR"/>
                <a:cs typeface="Noto Sans KR"/>
              </a:defRPr>
            </a:lvl2pPr>
            <a:lvl3pPr algn="l">
              <a:defRPr sz="1500" b="1">
                <a:solidFill>
                  <a:srgbClr val="141719"/>
                </a:solidFill>
                <a:latin typeface="Noto Sans KR"/>
                <a:ea typeface="Noto Sans KR"/>
                <a:cs typeface="Noto Sans KR"/>
              </a:defRPr>
            </a:lvl3pPr>
            <a:lvl4pPr algn="l">
              <a:defRPr sz="1500" b="1">
                <a:solidFill>
                  <a:srgbClr val="141719"/>
                </a:solidFill>
                <a:latin typeface="Noto Sans KR"/>
                <a:ea typeface="Noto Sans KR"/>
                <a:cs typeface="Noto Sans KR"/>
              </a:defRPr>
            </a:lvl4pPr>
            <a:lvl5pPr algn="l">
              <a:defRPr sz="1500" b="1">
                <a:solidFill>
                  <a:srgbClr val="141719"/>
                </a:solidFill>
                <a:latin typeface="Noto Sans KR"/>
                <a:ea typeface="Noto Sans KR"/>
                <a:cs typeface="Noto Sans KR"/>
              </a:defRPr>
            </a:lvl5pPr>
            <a:lvl6pPr algn="l">
              <a:defRPr sz="1500" b="1">
                <a:solidFill>
                  <a:srgbClr val="141719"/>
                </a:solidFill>
                <a:latin typeface="Noto Sans KR"/>
                <a:ea typeface="Noto Sans KR"/>
                <a:cs typeface="Noto Sans KR"/>
              </a:defRPr>
            </a:lvl6pPr>
            <a:lvl7pPr algn="l">
              <a:defRPr sz="1500" b="1">
                <a:solidFill>
                  <a:srgbClr val="141719"/>
                </a:solidFill>
                <a:latin typeface="Noto Sans KR"/>
                <a:ea typeface="Noto Sans KR"/>
                <a:cs typeface="Noto Sans KR"/>
              </a:defRPr>
            </a:lvl7pPr>
            <a:lvl8pPr algn="l">
              <a:defRPr sz="1500" b="1">
                <a:solidFill>
                  <a:srgbClr val="141719"/>
                </a:solidFill>
                <a:latin typeface="Noto Sans KR"/>
                <a:ea typeface="Noto Sans KR"/>
                <a:cs typeface="Noto Sans KR"/>
              </a:defRPr>
            </a:lvl8pPr>
            <a:lvl9pPr algn="l">
              <a:defRPr sz="1500" b="1">
                <a:solidFill>
                  <a:srgbClr val="141719"/>
                </a:solidFill>
                <a:latin typeface="Noto Sans KR"/>
                <a:ea typeface="Noto Sans KR"/>
                <a:cs typeface="Noto Sans KR"/>
              </a:defRPr>
            </a:lvl9pPr>
          </a:lstStyle>
          <a:p xmlns:a="http://schemas.openxmlformats.org/drawingml/2006/main">
            <a:pPr algn="l">
              <a:lnSpc>
                <a:spcPct val="118000"/>
              </a:lnSpc>
              <a:buNone/>
              <a:defRPr sz="1500" b="1">
                <a:solidFill>
                  <a:srgbClr val="141719"/>
                </a:solidFill>
                <a:latin typeface="Noto Sans KR"/>
                <a:ea typeface="Noto Sans KR"/>
                <a:cs typeface="Noto Sans KR"/>
              </a:defRPr>
            </a:pPr>
            <a:r>
              <a:rPr sz="1500" b="1">
                <a:solidFill>
                  <a:srgbClr val="141719"/>
                </a:solidFill>
                <a:latin typeface="Noto Sans KR"/>
                <a:ea typeface="Noto Sans KR"/>
                <a:cs typeface="Noto Sans KR"/>
              </a:rPr>
              <a:t>Python 3.12 · scikit-learn 1.7.2</a:t>
            </a:r>
          </a:p>
        </p:txBody>
      </p:sp>
      <p:sp>
        <p:nvSpPr>
          <p:cNvPr id="37" name="text">
            <a:extLst xmlns:a="http://schemas.openxmlformats.org/drawingml/2006/main">
              <a:ext uri="{FF2B5EF4-FFF2-40B4-BE49-F238E27FC236}">
                <a16:creationId xmlns:a16="http://schemas.microsoft.com/office/drawing/2014/main" id="{976D5CCA-857F-40F8-B2F5-38A343FF4B1D}"/>
              </a:ext>
            </a:extLst>
          </p:cNvPr>
          <p:cNvSpPr>
            <a:spLocks xmlns:a="http://schemas.openxmlformats.org/drawingml/2006/main" noGrp="1"/>
          </p:cNvSpPr>
          <p:nvPr/>
        </p:nvSpPr>
        <p:spPr>
          <a:xfrm xmlns:a="http://schemas.openxmlformats.org/drawingml/2006/main">
            <a:off x="3524250" y="4133850"/>
            <a:ext cx="453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86368"/>
                </a:solidFill>
                <a:latin typeface="Noto Sans KR"/>
                <a:ea typeface="Noto Sans KR"/>
                <a:cs typeface="Noto Sans KR"/>
              </a:defRPr>
            </a:defPPr>
            <a:lvl1pPr algn="l">
              <a:defRPr sz="1275" b="0">
                <a:solidFill>
                  <a:srgbClr val="586368"/>
                </a:solidFill>
                <a:latin typeface="Noto Sans KR"/>
                <a:ea typeface="Noto Sans KR"/>
                <a:cs typeface="Noto Sans KR"/>
              </a:defRPr>
            </a:lvl1pPr>
            <a:lvl2pPr algn="l">
              <a:defRPr sz="1275" b="0">
                <a:solidFill>
                  <a:srgbClr val="586368"/>
                </a:solidFill>
                <a:latin typeface="Noto Sans KR"/>
                <a:ea typeface="Noto Sans KR"/>
                <a:cs typeface="Noto Sans KR"/>
              </a:defRPr>
            </a:lvl2pPr>
            <a:lvl3pPr algn="l">
              <a:defRPr sz="1275" b="0">
                <a:solidFill>
                  <a:srgbClr val="586368"/>
                </a:solidFill>
                <a:latin typeface="Noto Sans KR"/>
                <a:ea typeface="Noto Sans KR"/>
                <a:cs typeface="Noto Sans KR"/>
              </a:defRPr>
            </a:lvl3pPr>
            <a:lvl4pPr algn="l">
              <a:defRPr sz="1275" b="0">
                <a:solidFill>
                  <a:srgbClr val="586368"/>
                </a:solidFill>
                <a:latin typeface="Noto Sans KR"/>
                <a:ea typeface="Noto Sans KR"/>
                <a:cs typeface="Noto Sans KR"/>
              </a:defRPr>
            </a:lvl4pPr>
            <a:lvl5pPr algn="l">
              <a:defRPr sz="1275" b="0">
                <a:solidFill>
                  <a:srgbClr val="586368"/>
                </a:solidFill>
                <a:latin typeface="Noto Sans KR"/>
                <a:ea typeface="Noto Sans KR"/>
                <a:cs typeface="Noto Sans KR"/>
              </a:defRPr>
            </a:lvl5pPr>
            <a:lvl6pPr algn="l">
              <a:defRPr sz="1275" b="0">
                <a:solidFill>
                  <a:srgbClr val="586368"/>
                </a:solidFill>
                <a:latin typeface="Noto Sans KR"/>
                <a:ea typeface="Noto Sans KR"/>
                <a:cs typeface="Noto Sans KR"/>
              </a:defRPr>
            </a:lvl6pPr>
            <a:lvl7pPr algn="l">
              <a:defRPr sz="1275" b="0">
                <a:solidFill>
                  <a:srgbClr val="586368"/>
                </a:solidFill>
                <a:latin typeface="Noto Sans KR"/>
                <a:ea typeface="Noto Sans KR"/>
                <a:cs typeface="Noto Sans KR"/>
              </a:defRPr>
            </a:lvl7pPr>
            <a:lvl8pPr algn="l">
              <a:defRPr sz="1275" b="0">
                <a:solidFill>
                  <a:srgbClr val="586368"/>
                </a:solidFill>
                <a:latin typeface="Noto Sans KR"/>
                <a:ea typeface="Noto Sans KR"/>
                <a:cs typeface="Noto Sans KR"/>
              </a:defRPr>
            </a:lvl8pPr>
            <a:lvl9pPr algn="l">
              <a:defRPr sz="1275" b="0">
                <a:solidFill>
                  <a:srgbClr val="586368"/>
                </a:solidFill>
                <a:latin typeface="Noto Sans KR"/>
                <a:ea typeface="Noto Sans KR"/>
                <a:cs typeface="Noto Sans KR"/>
              </a:defRPr>
            </a:lvl9pPr>
          </a:lstStyle>
          <a:p xmlns:a="http://schemas.openxmlformats.org/drawingml/2006/main">
            <a:pPr algn="l">
              <a:lnSpc>
                <a:spcPct val="118000"/>
              </a:lnSpc>
              <a:buNone/>
              <a:defRPr sz="1275" b="0">
                <a:solidFill>
                  <a:srgbClr val="586368"/>
                </a:solidFill>
                <a:latin typeface="Noto Sans KR"/>
                <a:ea typeface="Noto Sans KR"/>
                <a:cs typeface="Noto Sans KR"/>
              </a:defRPr>
            </a:pPr>
            <a:r>
              <a:rPr sz="1275" b="0">
                <a:solidFill>
                  <a:srgbClr val="586368"/>
                </a:solidFill>
                <a:latin typeface="Noto Sans KR"/>
                <a:ea typeface="Noto Sans KR"/>
                <a:cs typeface="Noto Sans KR"/>
              </a:rPr>
              <a:t>systemd가 수집·분석·전송 서비스를 감독한다.</a:t>
            </a:r>
          </a:p>
        </p:txBody>
      </p:sp>
      <p:sp>
        <p:nvSpPr>
          <p:cNvPr id="38" name="text">
            <a:extLst xmlns:a="http://schemas.openxmlformats.org/drawingml/2006/main">
              <a:ext uri="{FF2B5EF4-FFF2-40B4-BE49-F238E27FC236}">
                <a16:creationId xmlns:a16="http://schemas.microsoft.com/office/drawing/2014/main" id="{C0E2F9F7-2ECF-4E92-A097-63F9E825CA2B}"/>
              </a:ext>
            </a:extLst>
          </p:cNvPr>
          <p:cNvSpPr>
            <a:spLocks xmlns:a="http://schemas.openxmlformats.org/drawingml/2006/main" noGrp="1"/>
          </p:cNvSpPr>
          <p:nvPr/>
        </p:nvSpPr>
        <p:spPr>
          <a:xfrm xmlns:a="http://schemas.openxmlformats.org/drawingml/2006/main">
            <a:off x="8382000" y="4800600"/>
            <a:ext cx="4572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86368"/>
                </a:solidFill>
                <a:latin typeface="Noto Sans KR"/>
                <a:ea typeface="Noto Sans KR"/>
                <a:cs typeface="Noto Sans KR"/>
              </a:defRPr>
            </a:defPPr>
            <a:lvl1pPr algn="l">
              <a:defRPr sz="1275" b="0">
                <a:solidFill>
                  <a:srgbClr val="586368"/>
                </a:solidFill>
                <a:latin typeface="Noto Sans KR"/>
                <a:ea typeface="Noto Sans KR"/>
                <a:cs typeface="Noto Sans KR"/>
              </a:defRPr>
            </a:lvl1pPr>
            <a:lvl2pPr algn="l">
              <a:defRPr sz="1275" b="0">
                <a:solidFill>
                  <a:srgbClr val="586368"/>
                </a:solidFill>
                <a:latin typeface="Noto Sans KR"/>
                <a:ea typeface="Noto Sans KR"/>
                <a:cs typeface="Noto Sans KR"/>
              </a:defRPr>
            </a:lvl2pPr>
            <a:lvl3pPr algn="l">
              <a:defRPr sz="1275" b="0">
                <a:solidFill>
                  <a:srgbClr val="586368"/>
                </a:solidFill>
                <a:latin typeface="Noto Sans KR"/>
                <a:ea typeface="Noto Sans KR"/>
                <a:cs typeface="Noto Sans KR"/>
              </a:defRPr>
            </a:lvl3pPr>
            <a:lvl4pPr algn="l">
              <a:defRPr sz="1275" b="0">
                <a:solidFill>
                  <a:srgbClr val="586368"/>
                </a:solidFill>
                <a:latin typeface="Noto Sans KR"/>
                <a:ea typeface="Noto Sans KR"/>
                <a:cs typeface="Noto Sans KR"/>
              </a:defRPr>
            </a:lvl4pPr>
            <a:lvl5pPr algn="l">
              <a:defRPr sz="1275" b="0">
                <a:solidFill>
                  <a:srgbClr val="586368"/>
                </a:solidFill>
                <a:latin typeface="Noto Sans KR"/>
                <a:ea typeface="Noto Sans KR"/>
                <a:cs typeface="Noto Sans KR"/>
              </a:defRPr>
            </a:lvl5pPr>
            <a:lvl6pPr algn="l">
              <a:defRPr sz="1275" b="0">
                <a:solidFill>
                  <a:srgbClr val="586368"/>
                </a:solidFill>
                <a:latin typeface="Noto Sans KR"/>
                <a:ea typeface="Noto Sans KR"/>
                <a:cs typeface="Noto Sans KR"/>
              </a:defRPr>
            </a:lvl6pPr>
            <a:lvl7pPr algn="l">
              <a:defRPr sz="1275" b="0">
                <a:solidFill>
                  <a:srgbClr val="586368"/>
                </a:solidFill>
                <a:latin typeface="Noto Sans KR"/>
                <a:ea typeface="Noto Sans KR"/>
                <a:cs typeface="Noto Sans KR"/>
              </a:defRPr>
            </a:lvl7pPr>
            <a:lvl8pPr algn="l">
              <a:defRPr sz="1275" b="0">
                <a:solidFill>
                  <a:srgbClr val="586368"/>
                </a:solidFill>
                <a:latin typeface="Noto Sans KR"/>
                <a:ea typeface="Noto Sans KR"/>
                <a:cs typeface="Noto Sans KR"/>
              </a:defRPr>
            </a:lvl8pPr>
            <a:lvl9pPr algn="l">
              <a:defRPr sz="1275" b="0">
                <a:solidFill>
                  <a:srgbClr val="586368"/>
                </a:solidFill>
                <a:latin typeface="Noto Sans KR"/>
                <a:ea typeface="Noto Sans KR"/>
                <a:cs typeface="Noto Sans KR"/>
              </a:defRPr>
            </a:lvl9pPr>
          </a:lstStyle>
          <a:p xmlns:a="http://schemas.openxmlformats.org/drawingml/2006/main">
            <a:pPr algn="l">
              <a:lnSpc>
                <a:spcPct val="118000"/>
              </a:lnSpc>
              <a:buNone/>
              <a:defRPr sz="1275" b="0">
                <a:solidFill>
                  <a:srgbClr val="586368"/>
                </a:solidFill>
                <a:latin typeface="Noto Sans KR"/>
                <a:ea typeface="Noto Sans KR"/>
                <a:cs typeface="Noto Sans KR"/>
              </a:defRPr>
            </a:pPr>
            <a:r>
              <a:rPr sz="1275" b="0">
                <a:solidFill>
                  <a:srgbClr val="586368"/>
                </a:solidFill>
                <a:latin typeface="Noto Sans KR"/>
                <a:ea typeface="Noto Sans KR"/>
                <a:cs typeface="Noto Sans KR"/>
              </a:rPr>
              <a:t>배회 판단은 별도 Topic으로 Central에 합류</a:t>
            </a:r>
          </a:p>
        </p:txBody>
      </p:sp>
      <p:sp>
        <p:nvSpPr>
          <p:cNvPr id="39" name="text">
            <a:extLst xmlns:a="http://schemas.openxmlformats.org/drawingml/2006/main">
              <a:ext uri="{FF2B5EF4-FFF2-40B4-BE49-F238E27FC236}">
                <a16:creationId xmlns:a16="http://schemas.microsoft.com/office/drawing/2014/main" id="{F8F77134-2827-461C-A535-962E2224BE23}"/>
              </a:ext>
            </a:extLst>
          </p:cNvPr>
          <p:cNvSpPr>
            <a:spLocks xmlns:a="http://schemas.openxmlformats.org/drawingml/2006/main" noGrp="1"/>
          </p:cNvSpPr>
          <p:nvPr/>
        </p:nvSpPr>
        <p:spPr>
          <a:xfrm xmlns:a="http://schemas.openxmlformats.org/drawingml/2006/main">
            <a:off x="762000" y="495300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41719"/>
                </a:solidFill>
                <a:latin typeface="Noto Sans KR"/>
                <a:ea typeface="Noto Sans KR"/>
                <a:cs typeface="Noto Sans KR"/>
              </a:defRPr>
            </a:defPPr>
            <a:lvl1pPr algn="l">
              <a:defRPr sz="1800" b="1">
                <a:solidFill>
                  <a:srgbClr val="141719"/>
                </a:solidFill>
                <a:latin typeface="Noto Sans KR"/>
                <a:ea typeface="Noto Sans KR"/>
                <a:cs typeface="Noto Sans KR"/>
              </a:defRPr>
            </a:lvl1pPr>
            <a:lvl2pPr algn="l">
              <a:defRPr sz="1800" b="1">
                <a:solidFill>
                  <a:srgbClr val="141719"/>
                </a:solidFill>
                <a:latin typeface="Noto Sans KR"/>
                <a:ea typeface="Noto Sans KR"/>
                <a:cs typeface="Noto Sans KR"/>
              </a:defRPr>
            </a:lvl2pPr>
            <a:lvl3pPr algn="l">
              <a:defRPr sz="1800" b="1">
                <a:solidFill>
                  <a:srgbClr val="141719"/>
                </a:solidFill>
                <a:latin typeface="Noto Sans KR"/>
                <a:ea typeface="Noto Sans KR"/>
                <a:cs typeface="Noto Sans KR"/>
              </a:defRPr>
            </a:lvl3pPr>
            <a:lvl4pPr algn="l">
              <a:defRPr sz="1800" b="1">
                <a:solidFill>
                  <a:srgbClr val="141719"/>
                </a:solidFill>
                <a:latin typeface="Noto Sans KR"/>
                <a:ea typeface="Noto Sans KR"/>
                <a:cs typeface="Noto Sans KR"/>
              </a:defRPr>
            </a:lvl4pPr>
            <a:lvl5pPr algn="l">
              <a:defRPr sz="1800" b="1">
                <a:solidFill>
                  <a:srgbClr val="141719"/>
                </a:solidFill>
                <a:latin typeface="Noto Sans KR"/>
                <a:ea typeface="Noto Sans KR"/>
                <a:cs typeface="Noto Sans KR"/>
              </a:defRPr>
            </a:lvl5pPr>
            <a:lvl6pPr algn="l">
              <a:defRPr sz="1800" b="1">
                <a:solidFill>
                  <a:srgbClr val="141719"/>
                </a:solidFill>
                <a:latin typeface="Noto Sans KR"/>
                <a:ea typeface="Noto Sans KR"/>
                <a:cs typeface="Noto Sans KR"/>
              </a:defRPr>
            </a:lvl6pPr>
            <a:lvl7pPr algn="l">
              <a:defRPr sz="1800" b="1">
                <a:solidFill>
                  <a:srgbClr val="141719"/>
                </a:solidFill>
                <a:latin typeface="Noto Sans KR"/>
                <a:ea typeface="Noto Sans KR"/>
                <a:cs typeface="Noto Sans KR"/>
              </a:defRPr>
            </a:lvl7pPr>
            <a:lvl8pPr algn="l">
              <a:defRPr sz="1800" b="1">
                <a:solidFill>
                  <a:srgbClr val="141719"/>
                </a:solidFill>
                <a:latin typeface="Noto Sans KR"/>
                <a:ea typeface="Noto Sans KR"/>
                <a:cs typeface="Noto Sans KR"/>
              </a:defRPr>
            </a:lvl8pPr>
            <a:lvl9pPr algn="l">
              <a:defRPr sz="1800" b="1">
                <a:solidFill>
                  <a:srgbClr val="141719"/>
                </a:solidFill>
                <a:latin typeface="Noto Sans KR"/>
                <a:ea typeface="Noto Sans KR"/>
                <a:cs typeface="Noto Sans KR"/>
              </a:defRPr>
            </a:lvl9pPr>
          </a:lstStyle>
          <a:p xmlns:a="http://schemas.openxmlformats.org/drawingml/2006/main">
            <a:pPr algn="l">
              <a:lnSpc>
                <a:spcPct val="118000"/>
              </a:lnSpc>
              <a:buNone/>
              <a:defRPr sz="1800" b="1">
                <a:solidFill>
                  <a:srgbClr val="141719"/>
                </a:solidFill>
                <a:latin typeface="Noto Sans KR"/>
                <a:ea typeface="Noto Sans KR"/>
                <a:cs typeface="Noto Sans KR"/>
              </a:defRPr>
            </a:pPr>
            <a:r>
              <a:rPr sz="1800" b="1">
                <a:solidFill>
                  <a:srgbClr val="141719"/>
                </a:solidFill>
                <a:latin typeface="Noto Sans KR"/>
                <a:ea typeface="Noto Sans KR"/>
                <a:cs typeface="Noto Sans KR"/>
              </a:rPr>
              <a:t>수집 시점과 분석 주기</a:t>
            </a:r>
          </a:p>
        </p:txBody>
      </p:sp>
      <p:sp>
        <p:nvSpPr>
          <p:cNvPr id="40" name="text">
            <a:extLst xmlns:a="http://schemas.openxmlformats.org/drawingml/2006/main">
              <a:ext uri="{FF2B5EF4-FFF2-40B4-BE49-F238E27FC236}">
                <a16:creationId xmlns:a16="http://schemas.microsoft.com/office/drawing/2014/main" id="{4326065E-324A-4409-B0FF-2760B5252961}"/>
              </a:ext>
            </a:extLst>
          </p:cNvPr>
          <p:cNvSpPr>
            <a:spLocks xmlns:a="http://schemas.openxmlformats.org/drawingml/2006/main" noGrp="1"/>
          </p:cNvSpPr>
          <p:nvPr/>
        </p:nvSpPr>
        <p:spPr>
          <a:xfrm xmlns:a="http://schemas.openxmlformats.org/drawingml/2006/main">
            <a:off x="762000" y="5534025"/>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00877E"/>
                </a:solidFill>
                <a:latin typeface="Noto Sans KR"/>
                <a:ea typeface="Noto Sans KR"/>
                <a:cs typeface="Noto Sans KR"/>
              </a:defRPr>
            </a:defPPr>
            <a:lvl1pPr algn="l">
              <a:defRPr sz="2025" b="1">
                <a:solidFill>
                  <a:srgbClr val="00877E"/>
                </a:solidFill>
                <a:latin typeface="Noto Sans KR"/>
                <a:ea typeface="Noto Sans KR"/>
                <a:cs typeface="Noto Sans KR"/>
              </a:defRPr>
            </a:lvl1pPr>
            <a:lvl2pPr algn="l">
              <a:defRPr sz="2025" b="1">
                <a:solidFill>
                  <a:srgbClr val="00877E"/>
                </a:solidFill>
                <a:latin typeface="Noto Sans KR"/>
                <a:ea typeface="Noto Sans KR"/>
                <a:cs typeface="Noto Sans KR"/>
              </a:defRPr>
            </a:lvl2pPr>
            <a:lvl3pPr algn="l">
              <a:defRPr sz="2025" b="1">
                <a:solidFill>
                  <a:srgbClr val="00877E"/>
                </a:solidFill>
                <a:latin typeface="Noto Sans KR"/>
                <a:ea typeface="Noto Sans KR"/>
                <a:cs typeface="Noto Sans KR"/>
              </a:defRPr>
            </a:lvl3pPr>
            <a:lvl4pPr algn="l">
              <a:defRPr sz="2025" b="1">
                <a:solidFill>
                  <a:srgbClr val="00877E"/>
                </a:solidFill>
                <a:latin typeface="Noto Sans KR"/>
                <a:ea typeface="Noto Sans KR"/>
                <a:cs typeface="Noto Sans KR"/>
              </a:defRPr>
            </a:lvl4pPr>
            <a:lvl5pPr algn="l">
              <a:defRPr sz="2025" b="1">
                <a:solidFill>
                  <a:srgbClr val="00877E"/>
                </a:solidFill>
                <a:latin typeface="Noto Sans KR"/>
                <a:ea typeface="Noto Sans KR"/>
                <a:cs typeface="Noto Sans KR"/>
              </a:defRPr>
            </a:lvl5pPr>
            <a:lvl6pPr algn="l">
              <a:defRPr sz="2025" b="1">
                <a:solidFill>
                  <a:srgbClr val="00877E"/>
                </a:solidFill>
                <a:latin typeface="Noto Sans KR"/>
                <a:ea typeface="Noto Sans KR"/>
                <a:cs typeface="Noto Sans KR"/>
              </a:defRPr>
            </a:lvl6pPr>
            <a:lvl7pPr algn="l">
              <a:defRPr sz="2025" b="1">
                <a:solidFill>
                  <a:srgbClr val="00877E"/>
                </a:solidFill>
                <a:latin typeface="Noto Sans KR"/>
                <a:ea typeface="Noto Sans KR"/>
                <a:cs typeface="Noto Sans KR"/>
              </a:defRPr>
            </a:lvl7pPr>
            <a:lvl8pPr algn="l">
              <a:defRPr sz="2025" b="1">
                <a:solidFill>
                  <a:srgbClr val="00877E"/>
                </a:solidFill>
                <a:latin typeface="Noto Sans KR"/>
                <a:ea typeface="Noto Sans KR"/>
                <a:cs typeface="Noto Sans KR"/>
              </a:defRPr>
            </a:lvl8pPr>
            <a:lvl9pPr algn="l">
              <a:defRPr sz="2025" b="1">
                <a:solidFill>
                  <a:srgbClr val="00877E"/>
                </a:solidFill>
                <a:latin typeface="Noto Sans KR"/>
                <a:ea typeface="Noto Sans KR"/>
                <a:cs typeface="Noto Sans KR"/>
              </a:defRPr>
            </a:lvl9pPr>
          </a:lstStyle>
          <a:p xmlns:a="http://schemas.openxmlformats.org/drawingml/2006/main">
            <a:pPr algn="l">
              <a:lnSpc>
                <a:spcPct val="118000"/>
              </a:lnSpc>
              <a:buNone/>
              <a:defRPr sz="2025" b="1">
                <a:solidFill>
                  <a:srgbClr val="00877E"/>
                </a:solidFill>
                <a:latin typeface="Noto Sans KR"/>
                <a:ea typeface="Noto Sans KR"/>
                <a:cs typeface="Noto Sans KR"/>
              </a:defRPr>
            </a:pPr>
            <a:r>
              <a:rPr sz="2025" b="1">
                <a:solidFill>
                  <a:srgbClr val="00877E"/>
                </a:solidFill>
                <a:latin typeface="Noto Sans KR"/>
                <a:ea typeface="Noto Sans KR"/>
                <a:cs typeface="Noto Sans KR"/>
              </a:rPr>
              <a:t>상태 변화 시</a:t>
            </a:r>
          </a:p>
        </p:txBody>
      </p:sp>
      <p:sp>
        <p:nvSpPr>
          <p:cNvPr id="41" name="text">
            <a:extLst xmlns:a="http://schemas.openxmlformats.org/drawingml/2006/main">
              <a:ext uri="{FF2B5EF4-FFF2-40B4-BE49-F238E27FC236}">
                <a16:creationId xmlns:a16="http://schemas.microsoft.com/office/drawing/2014/main" id="{474D8C45-F263-47B1-8066-D2C958EEEC31}"/>
              </a:ext>
            </a:extLst>
          </p:cNvPr>
          <p:cNvSpPr>
            <a:spLocks xmlns:a="http://schemas.openxmlformats.org/drawingml/2006/main" noGrp="1"/>
          </p:cNvSpPr>
          <p:nvPr/>
        </p:nvSpPr>
        <p:spPr>
          <a:xfrm xmlns:a="http://schemas.openxmlformats.org/drawingml/2006/main">
            <a:off x="762000" y="6010275"/>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41719"/>
                </a:solidFill>
                <a:latin typeface="Noto Sans KR"/>
                <a:ea typeface="Noto Sans KR"/>
                <a:cs typeface="Noto Sans KR"/>
              </a:defRPr>
            </a:defPPr>
            <a:lvl1pPr algn="l">
              <a:defRPr sz="1500" b="0">
                <a:solidFill>
                  <a:srgbClr val="141719"/>
                </a:solidFill>
                <a:latin typeface="Noto Sans KR"/>
                <a:ea typeface="Noto Sans KR"/>
                <a:cs typeface="Noto Sans KR"/>
              </a:defRPr>
            </a:lvl1pPr>
            <a:lvl2pPr algn="l">
              <a:defRPr sz="1500" b="0">
                <a:solidFill>
                  <a:srgbClr val="141719"/>
                </a:solidFill>
                <a:latin typeface="Noto Sans KR"/>
                <a:ea typeface="Noto Sans KR"/>
                <a:cs typeface="Noto Sans KR"/>
              </a:defRPr>
            </a:lvl2pPr>
            <a:lvl3pPr algn="l">
              <a:defRPr sz="1500" b="0">
                <a:solidFill>
                  <a:srgbClr val="141719"/>
                </a:solidFill>
                <a:latin typeface="Noto Sans KR"/>
                <a:ea typeface="Noto Sans KR"/>
                <a:cs typeface="Noto Sans KR"/>
              </a:defRPr>
            </a:lvl3pPr>
            <a:lvl4pPr algn="l">
              <a:defRPr sz="1500" b="0">
                <a:solidFill>
                  <a:srgbClr val="141719"/>
                </a:solidFill>
                <a:latin typeface="Noto Sans KR"/>
                <a:ea typeface="Noto Sans KR"/>
                <a:cs typeface="Noto Sans KR"/>
              </a:defRPr>
            </a:lvl4pPr>
            <a:lvl5pPr algn="l">
              <a:defRPr sz="1500" b="0">
                <a:solidFill>
                  <a:srgbClr val="141719"/>
                </a:solidFill>
                <a:latin typeface="Noto Sans KR"/>
                <a:ea typeface="Noto Sans KR"/>
                <a:cs typeface="Noto Sans KR"/>
              </a:defRPr>
            </a:lvl5pPr>
            <a:lvl6pPr algn="l">
              <a:defRPr sz="1500" b="0">
                <a:solidFill>
                  <a:srgbClr val="141719"/>
                </a:solidFill>
                <a:latin typeface="Noto Sans KR"/>
                <a:ea typeface="Noto Sans KR"/>
                <a:cs typeface="Noto Sans KR"/>
              </a:defRPr>
            </a:lvl6pPr>
            <a:lvl7pPr algn="l">
              <a:defRPr sz="1500" b="0">
                <a:solidFill>
                  <a:srgbClr val="141719"/>
                </a:solidFill>
                <a:latin typeface="Noto Sans KR"/>
                <a:ea typeface="Noto Sans KR"/>
                <a:cs typeface="Noto Sans KR"/>
              </a:defRPr>
            </a:lvl7pPr>
            <a:lvl8pPr algn="l">
              <a:defRPr sz="1500" b="0">
                <a:solidFill>
                  <a:srgbClr val="141719"/>
                </a:solidFill>
                <a:latin typeface="Noto Sans KR"/>
                <a:ea typeface="Noto Sans KR"/>
                <a:cs typeface="Noto Sans KR"/>
              </a:defRPr>
            </a:lvl8pPr>
            <a:lvl9pPr algn="l">
              <a:defRPr sz="1500" b="0">
                <a:solidFill>
                  <a:srgbClr val="141719"/>
                </a:solidFill>
                <a:latin typeface="Noto Sans KR"/>
                <a:ea typeface="Noto Sans KR"/>
                <a:cs typeface="Noto Sans KR"/>
              </a:defRPr>
            </a:lvl9pPr>
          </a:lstStyle>
          <a:p xmlns:a="http://schemas.openxmlformats.org/drawingml/2006/main">
            <a:pPr algn="l">
              <a:lnSpc>
                <a:spcPct val="118000"/>
              </a:lnSpc>
              <a:buNone/>
              <a:defRPr sz="1500" b="0">
                <a:solidFill>
                  <a:srgbClr val="141719"/>
                </a:solidFill>
                <a:latin typeface="Noto Sans KR"/>
                <a:ea typeface="Noto Sans KR"/>
                <a:cs typeface="Noto Sans KR"/>
              </a:defRPr>
            </a:pPr>
            <a:r>
              <a:rPr sz="1500" b="0">
                <a:solidFill>
                  <a:srgbClr val="141719"/>
                </a:solidFill>
                <a:latin typeface="Noto Sans KR"/>
                <a:ea typeface="Noto Sans KR"/>
                <a:cs typeface="Noto Sans KR"/>
              </a:rPr>
              <a:t>이벤트 저장</a:t>
            </a:r>
          </a:p>
        </p:txBody>
      </p:sp>
      <p:sp>
        <p:nvSpPr>
          <p:cNvPr id="42" name="text">
            <a:extLst xmlns:a="http://schemas.openxmlformats.org/drawingml/2006/main">
              <a:ext uri="{FF2B5EF4-FFF2-40B4-BE49-F238E27FC236}">
                <a16:creationId xmlns:a16="http://schemas.microsoft.com/office/drawing/2014/main" id="{A6A6C5D8-4E10-4D50-9C7B-90B9747721B5}"/>
              </a:ext>
            </a:extLst>
          </p:cNvPr>
          <p:cNvSpPr>
            <a:spLocks xmlns:a="http://schemas.openxmlformats.org/drawingml/2006/main" noGrp="1"/>
          </p:cNvSpPr>
          <p:nvPr/>
        </p:nvSpPr>
        <p:spPr>
          <a:xfrm xmlns:a="http://schemas.openxmlformats.org/drawingml/2006/main">
            <a:off x="2819400" y="5534025"/>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00877E"/>
                </a:solidFill>
                <a:latin typeface="Noto Sans KR"/>
                <a:ea typeface="Noto Sans KR"/>
                <a:cs typeface="Noto Sans KR"/>
              </a:defRPr>
            </a:defPPr>
            <a:lvl1pPr algn="l">
              <a:defRPr sz="2025" b="1">
                <a:solidFill>
                  <a:srgbClr val="00877E"/>
                </a:solidFill>
                <a:latin typeface="Noto Sans KR"/>
                <a:ea typeface="Noto Sans KR"/>
                <a:cs typeface="Noto Sans KR"/>
              </a:defRPr>
            </a:lvl1pPr>
            <a:lvl2pPr algn="l">
              <a:defRPr sz="2025" b="1">
                <a:solidFill>
                  <a:srgbClr val="00877E"/>
                </a:solidFill>
                <a:latin typeface="Noto Sans KR"/>
                <a:ea typeface="Noto Sans KR"/>
                <a:cs typeface="Noto Sans KR"/>
              </a:defRPr>
            </a:lvl2pPr>
            <a:lvl3pPr algn="l">
              <a:defRPr sz="2025" b="1">
                <a:solidFill>
                  <a:srgbClr val="00877E"/>
                </a:solidFill>
                <a:latin typeface="Noto Sans KR"/>
                <a:ea typeface="Noto Sans KR"/>
                <a:cs typeface="Noto Sans KR"/>
              </a:defRPr>
            </a:lvl3pPr>
            <a:lvl4pPr algn="l">
              <a:defRPr sz="2025" b="1">
                <a:solidFill>
                  <a:srgbClr val="00877E"/>
                </a:solidFill>
                <a:latin typeface="Noto Sans KR"/>
                <a:ea typeface="Noto Sans KR"/>
                <a:cs typeface="Noto Sans KR"/>
              </a:defRPr>
            </a:lvl4pPr>
            <a:lvl5pPr algn="l">
              <a:defRPr sz="2025" b="1">
                <a:solidFill>
                  <a:srgbClr val="00877E"/>
                </a:solidFill>
                <a:latin typeface="Noto Sans KR"/>
                <a:ea typeface="Noto Sans KR"/>
                <a:cs typeface="Noto Sans KR"/>
              </a:defRPr>
            </a:lvl5pPr>
            <a:lvl6pPr algn="l">
              <a:defRPr sz="2025" b="1">
                <a:solidFill>
                  <a:srgbClr val="00877E"/>
                </a:solidFill>
                <a:latin typeface="Noto Sans KR"/>
                <a:ea typeface="Noto Sans KR"/>
                <a:cs typeface="Noto Sans KR"/>
              </a:defRPr>
            </a:lvl6pPr>
            <a:lvl7pPr algn="l">
              <a:defRPr sz="2025" b="1">
                <a:solidFill>
                  <a:srgbClr val="00877E"/>
                </a:solidFill>
                <a:latin typeface="Noto Sans KR"/>
                <a:ea typeface="Noto Sans KR"/>
                <a:cs typeface="Noto Sans KR"/>
              </a:defRPr>
            </a:lvl7pPr>
            <a:lvl8pPr algn="l">
              <a:defRPr sz="2025" b="1">
                <a:solidFill>
                  <a:srgbClr val="00877E"/>
                </a:solidFill>
                <a:latin typeface="Noto Sans KR"/>
                <a:ea typeface="Noto Sans KR"/>
                <a:cs typeface="Noto Sans KR"/>
              </a:defRPr>
            </a:lvl8pPr>
            <a:lvl9pPr algn="l">
              <a:defRPr sz="2025" b="1">
                <a:solidFill>
                  <a:srgbClr val="00877E"/>
                </a:solidFill>
                <a:latin typeface="Noto Sans KR"/>
                <a:ea typeface="Noto Sans KR"/>
                <a:cs typeface="Noto Sans KR"/>
              </a:defRPr>
            </a:lvl9pPr>
          </a:lstStyle>
          <a:p xmlns:a="http://schemas.openxmlformats.org/drawingml/2006/main">
            <a:pPr algn="l">
              <a:lnSpc>
                <a:spcPct val="118000"/>
              </a:lnSpc>
              <a:buNone/>
              <a:defRPr sz="2025" b="1">
                <a:solidFill>
                  <a:srgbClr val="00877E"/>
                </a:solidFill>
                <a:latin typeface="Noto Sans KR"/>
                <a:ea typeface="Noto Sans KR"/>
                <a:cs typeface="Noto Sans KR"/>
              </a:defRPr>
            </a:pPr>
            <a:r>
              <a:rPr sz="2025" b="1">
                <a:solidFill>
                  <a:srgbClr val="00877E"/>
                </a:solidFill>
                <a:latin typeface="Noto Sans KR"/>
                <a:ea typeface="Noto Sans KR"/>
                <a:cs typeface="Noto Sans KR"/>
              </a:rPr>
              <a:t>1분 단위</a:t>
            </a:r>
          </a:p>
        </p:txBody>
      </p:sp>
      <p:sp>
        <p:nvSpPr>
          <p:cNvPr id="43" name="text">
            <a:extLst xmlns:a="http://schemas.openxmlformats.org/drawingml/2006/main">
              <a:ext uri="{FF2B5EF4-FFF2-40B4-BE49-F238E27FC236}">
                <a16:creationId xmlns:a16="http://schemas.microsoft.com/office/drawing/2014/main" id="{B4A8AE44-010D-4A3A-BD9D-7111F89F838C}"/>
              </a:ext>
            </a:extLst>
          </p:cNvPr>
          <p:cNvSpPr>
            <a:spLocks xmlns:a="http://schemas.openxmlformats.org/drawingml/2006/main" noGrp="1"/>
          </p:cNvSpPr>
          <p:nvPr/>
        </p:nvSpPr>
        <p:spPr>
          <a:xfrm xmlns:a="http://schemas.openxmlformats.org/drawingml/2006/main">
            <a:off x="2819400" y="6010275"/>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41719"/>
                </a:solidFill>
                <a:latin typeface="Noto Sans KR"/>
                <a:ea typeface="Noto Sans KR"/>
                <a:cs typeface="Noto Sans KR"/>
              </a:defRPr>
            </a:defPPr>
            <a:lvl1pPr algn="l">
              <a:defRPr sz="1500" b="0">
                <a:solidFill>
                  <a:srgbClr val="141719"/>
                </a:solidFill>
                <a:latin typeface="Noto Sans KR"/>
                <a:ea typeface="Noto Sans KR"/>
                <a:cs typeface="Noto Sans KR"/>
              </a:defRPr>
            </a:lvl1pPr>
            <a:lvl2pPr algn="l">
              <a:defRPr sz="1500" b="0">
                <a:solidFill>
                  <a:srgbClr val="141719"/>
                </a:solidFill>
                <a:latin typeface="Noto Sans KR"/>
                <a:ea typeface="Noto Sans KR"/>
                <a:cs typeface="Noto Sans KR"/>
              </a:defRPr>
            </a:lvl2pPr>
            <a:lvl3pPr algn="l">
              <a:defRPr sz="1500" b="0">
                <a:solidFill>
                  <a:srgbClr val="141719"/>
                </a:solidFill>
                <a:latin typeface="Noto Sans KR"/>
                <a:ea typeface="Noto Sans KR"/>
                <a:cs typeface="Noto Sans KR"/>
              </a:defRPr>
            </a:lvl3pPr>
            <a:lvl4pPr algn="l">
              <a:defRPr sz="1500" b="0">
                <a:solidFill>
                  <a:srgbClr val="141719"/>
                </a:solidFill>
                <a:latin typeface="Noto Sans KR"/>
                <a:ea typeface="Noto Sans KR"/>
                <a:cs typeface="Noto Sans KR"/>
              </a:defRPr>
            </a:lvl4pPr>
            <a:lvl5pPr algn="l">
              <a:defRPr sz="1500" b="0">
                <a:solidFill>
                  <a:srgbClr val="141719"/>
                </a:solidFill>
                <a:latin typeface="Noto Sans KR"/>
                <a:ea typeface="Noto Sans KR"/>
                <a:cs typeface="Noto Sans KR"/>
              </a:defRPr>
            </a:lvl5pPr>
            <a:lvl6pPr algn="l">
              <a:defRPr sz="1500" b="0">
                <a:solidFill>
                  <a:srgbClr val="141719"/>
                </a:solidFill>
                <a:latin typeface="Noto Sans KR"/>
                <a:ea typeface="Noto Sans KR"/>
                <a:cs typeface="Noto Sans KR"/>
              </a:defRPr>
            </a:lvl6pPr>
            <a:lvl7pPr algn="l">
              <a:defRPr sz="1500" b="0">
                <a:solidFill>
                  <a:srgbClr val="141719"/>
                </a:solidFill>
                <a:latin typeface="Noto Sans KR"/>
                <a:ea typeface="Noto Sans KR"/>
                <a:cs typeface="Noto Sans KR"/>
              </a:defRPr>
            </a:lvl7pPr>
            <a:lvl8pPr algn="l">
              <a:defRPr sz="1500" b="0">
                <a:solidFill>
                  <a:srgbClr val="141719"/>
                </a:solidFill>
                <a:latin typeface="Noto Sans KR"/>
                <a:ea typeface="Noto Sans KR"/>
                <a:cs typeface="Noto Sans KR"/>
              </a:defRPr>
            </a:lvl8pPr>
            <a:lvl9pPr algn="l">
              <a:defRPr sz="1500" b="0">
                <a:solidFill>
                  <a:srgbClr val="141719"/>
                </a:solidFill>
                <a:latin typeface="Noto Sans KR"/>
                <a:ea typeface="Noto Sans KR"/>
                <a:cs typeface="Noto Sans KR"/>
              </a:defRPr>
            </a:lvl9pPr>
          </a:lstStyle>
          <a:p xmlns:a="http://schemas.openxmlformats.org/drawingml/2006/main">
            <a:pPr algn="l">
              <a:lnSpc>
                <a:spcPct val="118000"/>
              </a:lnSpc>
              <a:buNone/>
              <a:defRPr sz="1500" b="0">
                <a:solidFill>
                  <a:srgbClr val="141719"/>
                </a:solidFill>
                <a:latin typeface="Noto Sans KR"/>
                <a:ea typeface="Noto Sans KR"/>
                <a:cs typeface="Noto Sans KR"/>
              </a:defRPr>
            </a:pPr>
            <a:r>
              <a:rPr sz="1500" b="0">
                <a:solidFill>
                  <a:srgbClr val="141719"/>
                </a:solidFill>
                <a:latin typeface="Noto Sans KR"/>
                <a:ea typeface="Noto Sans KR"/>
                <a:cs typeface="Noto Sans KR"/>
              </a:rPr>
              <a:t>특징 생성</a:t>
            </a:r>
          </a:p>
        </p:txBody>
      </p:sp>
      <p:sp>
        <p:nvSpPr>
          <p:cNvPr id="44" name="text">
            <a:extLst xmlns:a="http://schemas.openxmlformats.org/drawingml/2006/main">
              <a:ext uri="{FF2B5EF4-FFF2-40B4-BE49-F238E27FC236}">
                <a16:creationId xmlns:a16="http://schemas.microsoft.com/office/drawing/2014/main" id="{59C3193D-7055-46B8-A897-835C8498CA70}"/>
              </a:ext>
            </a:extLst>
          </p:cNvPr>
          <p:cNvSpPr>
            <a:spLocks xmlns:a="http://schemas.openxmlformats.org/drawingml/2006/main" noGrp="1"/>
          </p:cNvSpPr>
          <p:nvPr/>
        </p:nvSpPr>
        <p:spPr>
          <a:xfrm xmlns:a="http://schemas.openxmlformats.org/drawingml/2006/main">
            <a:off x="4876800" y="5534025"/>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00877E"/>
                </a:solidFill>
                <a:latin typeface="Noto Sans KR"/>
                <a:ea typeface="Noto Sans KR"/>
                <a:cs typeface="Noto Sans KR"/>
              </a:defRPr>
            </a:defPPr>
            <a:lvl1pPr algn="l">
              <a:defRPr sz="2025" b="1">
                <a:solidFill>
                  <a:srgbClr val="00877E"/>
                </a:solidFill>
                <a:latin typeface="Noto Sans KR"/>
                <a:ea typeface="Noto Sans KR"/>
                <a:cs typeface="Noto Sans KR"/>
              </a:defRPr>
            </a:lvl1pPr>
            <a:lvl2pPr algn="l">
              <a:defRPr sz="2025" b="1">
                <a:solidFill>
                  <a:srgbClr val="00877E"/>
                </a:solidFill>
                <a:latin typeface="Noto Sans KR"/>
                <a:ea typeface="Noto Sans KR"/>
                <a:cs typeface="Noto Sans KR"/>
              </a:defRPr>
            </a:lvl2pPr>
            <a:lvl3pPr algn="l">
              <a:defRPr sz="2025" b="1">
                <a:solidFill>
                  <a:srgbClr val="00877E"/>
                </a:solidFill>
                <a:latin typeface="Noto Sans KR"/>
                <a:ea typeface="Noto Sans KR"/>
                <a:cs typeface="Noto Sans KR"/>
              </a:defRPr>
            </a:lvl3pPr>
            <a:lvl4pPr algn="l">
              <a:defRPr sz="2025" b="1">
                <a:solidFill>
                  <a:srgbClr val="00877E"/>
                </a:solidFill>
                <a:latin typeface="Noto Sans KR"/>
                <a:ea typeface="Noto Sans KR"/>
                <a:cs typeface="Noto Sans KR"/>
              </a:defRPr>
            </a:lvl4pPr>
            <a:lvl5pPr algn="l">
              <a:defRPr sz="2025" b="1">
                <a:solidFill>
                  <a:srgbClr val="00877E"/>
                </a:solidFill>
                <a:latin typeface="Noto Sans KR"/>
                <a:ea typeface="Noto Sans KR"/>
                <a:cs typeface="Noto Sans KR"/>
              </a:defRPr>
            </a:lvl5pPr>
            <a:lvl6pPr algn="l">
              <a:defRPr sz="2025" b="1">
                <a:solidFill>
                  <a:srgbClr val="00877E"/>
                </a:solidFill>
                <a:latin typeface="Noto Sans KR"/>
                <a:ea typeface="Noto Sans KR"/>
                <a:cs typeface="Noto Sans KR"/>
              </a:defRPr>
            </a:lvl6pPr>
            <a:lvl7pPr algn="l">
              <a:defRPr sz="2025" b="1">
                <a:solidFill>
                  <a:srgbClr val="00877E"/>
                </a:solidFill>
                <a:latin typeface="Noto Sans KR"/>
                <a:ea typeface="Noto Sans KR"/>
                <a:cs typeface="Noto Sans KR"/>
              </a:defRPr>
            </a:lvl7pPr>
            <a:lvl8pPr algn="l">
              <a:defRPr sz="2025" b="1">
                <a:solidFill>
                  <a:srgbClr val="00877E"/>
                </a:solidFill>
                <a:latin typeface="Noto Sans KR"/>
                <a:ea typeface="Noto Sans KR"/>
                <a:cs typeface="Noto Sans KR"/>
              </a:defRPr>
            </a:lvl8pPr>
            <a:lvl9pPr algn="l">
              <a:defRPr sz="2025" b="1">
                <a:solidFill>
                  <a:srgbClr val="00877E"/>
                </a:solidFill>
                <a:latin typeface="Noto Sans KR"/>
                <a:ea typeface="Noto Sans KR"/>
                <a:cs typeface="Noto Sans KR"/>
              </a:defRPr>
            </a:lvl9pPr>
          </a:lstStyle>
          <a:p xmlns:a="http://schemas.openxmlformats.org/drawingml/2006/main">
            <a:pPr algn="l">
              <a:lnSpc>
                <a:spcPct val="118000"/>
              </a:lnSpc>
              <a:buNone/>
              <a:defRPr sz="2025" b="1">
                <a:solidFill>
                  <a:srgbClr val="00877E"/>
                </a:solidFill>
                <a:latin typeface="Noto Sans KR"/>
                <a:ea typeface="Noto Sans KR"/>
                <a:cs typeface="Noto Sans KR"/>
              </a:defRPr>
            </a:pPr>
            <a:r>
              <a:rPr sz="2025" b="1">
                <a:solidFill>
                  <a:srgbClr val="00877E"/>
                </a:solidFill>
                <a:latin typeface="Noto Sans KR"/>
                <a:ea typeface="Noto Sans KR"/>
                <a:cs typeface="Noto Sans KR"/>
              </a:rPr>
              <a:t>기본 600초</a:t>
            </a:r>
          </a:p>
        </p:txBody>
      </p:sp>
      <p:sp>
        <p:nvSpPr>
          <p:cNvPr id="45" name="text">
            <a:extLst xmlns:a="http://schemas.openxmlformats.org/drawingml/2006/main">
              <a:ext uri="{FF2B5EF4-FFF2-40B4-BE49-F238E27FC236}">
                <a16:creationId xmlns:a16="http://schemas.microsoft.com/office/drawing/2014/main" id="{A6AF275D-B0C6-4EF9-91F1-BA6B65942B1D}"/>
              </a:ext>
            </a:extLst>
          </p:cNvPr>
          <p:cNvSpPr>
            <a:spLocks xmlns:a="http://schemas.openxmlformats.org/drawingml/2006/main" noGrp="1"/>
          </p:cNvSpPr>
          <p:nvPr/>
        </p:nvSpPr>
        <p:spPr>
          <a:xfrm xmlns:a="http://schemas.openxmlformats.org/drawingml/2006/main">
            <a:off x="4876800" y="6010275"/>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41719"/>
                </a:solidFill>
                <a:latin typeface="Noto Sans KR"/>
                <a:ea typeface="Noto Sans KR"/>
                <a:cs typeface="Noto Sans KR"/>
              </a:defRPr>
            </a:defPPr>
            <a:lvl1pPr algn="l">
              <a:defRPr sz="1500" b="0">
                <a:solidFill>
                  <a:srgbClr val="141719"/>
                </a:solidFill>
                <a:latin typeface="Noto Sans KR"/>
                <a:ea typeface="Noto Sans KR"/>
                <a:cs typeface="Noto Sans KR"/>
              </a:defRPr>
            </a:lvl1pPr>
            <a:lvl2pPr algn="l">
              <a:defRPr sz="1500" b="0">
                <a:solidFill>
                  <a:srgbClr val="141719"/>
                </a:solidFill>
                <a:latin typeface="Noto Sans KR"/>
                <a:ea typeface="Noto Sans KR"/>
                <a:cs typeface="Noto Sans KR"/>
              </a:defRPr>
            </a:lvl2pPr>
            <a:lvl3pPr algn="l">
              <a:defRPr sz="1500" b="0">
                <a:solidFill>
                  <a:srgbClr val="141719"/>
                </a:solidFill>
                <a:latin typeface="Noto Sans KR"/>
                <a:ea typeface="Noto Sans KR"/>
                <a:cs typeface="Noto Sans KR"/>
              </a:defRPr>
            </a:lvl3pPr>
            <a:lvl4pPr algn="l">
              <a:defRPr sz="1500" b="0">
                <a:solidFill>
                  <a:srgbClr val="141719"/>
                </a:solidFill>
                <a:latin typeface="Noto Sans KR"/>
                <a:ea typeface="Noto Sans KR"/>
                <a:cs typeface="Noto Sans KR"/>
              </a:defRPr>
            </a:lvl4pPr>
            <a:lvl5pPr algn="l">
              <a:defRPr sz="1500" b="0">
                <a:solidFill>
                  <a:srgbClr val="141719"/>
                </a:solidFill>
                <a:latin typeface="Noto Sans KR"/>
                <a:ea typeface="Noto Sans KR"/>
                <a:cs typeface="Noto Sans KR"/>
              </a:defRPr>
            </a:lvl5pPr>
            <a:lvl6pPr algn="l">
              <a:defRPr sz="1500" b="0">
                <a:solidFill>
                  <a:srgbClr val="141719"/>
                </a:solidFill>
                <a:latin typeface="Noto Sans KR"/>
                <a:ea typeface="Noto Sans KR"/>
                <a:cs typeface="Noto Sans KR"/>
              </a:defRPr>
            </a:lvl6pPr>
            <a:lvl7pPr algn="l">
              <a:defRPr sz="1500" b="0">
                <a:solidFill>
                  <a:srgbClr val="141719"/>
                </a:solidFill>
                <a:latin typeface="Noto Sans KR"/>
                <a:ea typeface="Noto Sans KR"/>
                <a:cs typeface="Noto Sans KR"/>
              </a:defRPr>
            </a:lvl7pPr>
            <a:lvl8pPr algn="l">
              <a:defRPr sz="1500" b="0">
                <a:solidFill>
                  <a:srgbClr val="141719"/>
                </a:solidFill>
                <a:latin typeface="Noto Sans KR"/>
                <a:ea typeface="Noto Sans KR"/>
                <a:cs typeface="Noto Sans KR"/>
              </a:defRPr>
            </a:lvl8pPr>
            <a:lvl9pPr algn="l">
              <a:defRPr sz="1500" b="0">
                <a:solidFill>
                  <a:srgbClr val="141719"/>
                </a:solidFill>
                <a:latin typeface="Noto Sans KR"/>
                <a:ea typeface="Noto Sans KR"/>
                <a:cs typeface="Noto Sans KR"/>
              </a:defRPr>
            </a:lvl9pPr>
          </a:lstStyle>
          <a:p xmlns:a="http://schemas.openxmlformats.org/drawingml/2006/main">
            <a:pPr algn="l">
              <a:lnSpc>
                <a:spcPct val="118000"/>
              </a:lnSpc>
              <a:buNone/>
              <a:defRPr sz="1500" b="0">
                <a:solidFill>
                  <a:srgbClr val="141719"/>
                </a:solidFill>
                <a:latin typeface="Noto Sans KR"/>
                <a:ea typeface="Noto Sans KR"/>
                <a:cs typeface="Noto Sans KR"/>
              </a:defRPr>
            </a:pPr>
            <a:r>
              <a:rPr sz="1500" b="0">
                <a:solidFill>
                  <a:srgbClr val="141719"/>
                </a:solidFill>
                <a:latin typeface="Noto Sans KR"/>
                <a:ea typeface="Noto Sans KR"/>
                <a:cs typeface="Noto Sans KR"/>
              </a:rPr>
              <a:t>분석 실행</a:t>
            </a:r>
          </a:p>
        </p:txBody>
      </p:sp>
      <p:sp>
        <p:nvSpPr>
          <p:cNvPr id="46" name="text">
            <a:extLst xmlns:a="http://schemas.openxmlformats.org/drawingml/2006/main">
              <a:ext uri="{FF2B5EF4-FFF2-40B4-BE49-F238E27FC236}">
                <a16:creationId xmlns:a16="http://schemas.microsoft.com/office/drawing/2014/main" id="{1BABD2B0-36C3-406D-963C-9B1824C6A8B2}"/>
              </a:ext>
            </a:extLst>
          </p:cNvPr>
          <p:cNvSpPr>
            <a:spLocks xmlns:a="http://schemas.openxmlformats.org/drawingml/2006/main" noGrp="1"/>
          </p:cNvSpPr>
          <p:nvPr/>
        </p:nvSpPr>
        <p:spPr>
          <a:xfrm xmlns:a="http://schemas.openxmlformats.org/drawingml/2006/main">
            <a:off x="762000" y="6486525"/>
            <a:ext cx="619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86368"/>
                </a:solidFill>
                <a:latin typeface="Noto Sans KR"/>
                <a:ea typeface="Noto Sans KR"/>
                <a:cs typeface="Noto Sans KR"/>
              </a:defRPr>
            </a:defPPr>
            <a:lvl1pPr algn="l">
              <a:defRPr sz="1350" b="0">
                <a:solidFill>
                  <a:srgbClr val="586368"/>
                </a:solidFill>
                <a:latin typeface="Noto Sans KR"/>
                <a:ea typeface="Noto Sans KR"/>
                <a:cs typeface="Noto Sans KR"/>
              </a:defRPr>
            </a:lvl1pPr>
            <a:lvl2pPr algn="l">
              <a:defRPr sz="1350" b="0">
                <a:solidFill>
                  <a:srgbClr val="586368"/>
                </a:solidFill>
                <a:latin typeface="Noto Sans KR"/>
                <a:ea typeface="Noto Sans KR"/>
                <a:cs typeface="Noto Sans KR"/>
              </a:defRPr>
            </a:lvl2pPr>
            <a:lvl3pPr algn="l">
              <a:defRPr sz="1350" b="0">
                <a:solidFill>
                  <a:srgbClr val="586368"/>
                </a:solidFill>
                <a:latin typeface="Noto Sans KR"/>
                <a:ea typeface="Noto Sans KR"/>
                <a:cs typeface="Noto Sans KR"/>
              </a:defRPr>
            </a:lvl3pPr>
            <a:lvl4pPr algn="l">
              <a:defRPr sz="1350" b="0">
                <a:solidFill>
                  <a:srgbClr val="586368"/>
                </a:solidFill>
                <a:latin typeface="Noto Sans KR"/>
                <a:ea typeface="Noto Sans KR"/>
                <a:cs typeface="Noto Sans KR"/>
              </a:defRPr>
            </a:lvl4pPr>
            <a:lvl5pPr algn="l">
              <a:defRPr sz="1350" b="0">
                <a:solidFill>
                  <a:srgbClr val="586368"/>
                </a:solidFill>
                <a:latin typeface="Noto Sans KR"/>
                <a:ea typeface="Noto Sans KR"/>
                <a:cs typeface="Noto Sans KR"/>
              </a:defRPr>
            </a:lvl5pPr>
            <a:lvl6pPr algn="l">
              <a:defRPr sz="1350" b="0">
                <a:solidFill>
                  <a:srgbClr val="586368"/>
                </a:solidFill>
                <a:latin typeface="Noto Sans KR"/>
                <a:ea typeface="Noto Sans KR"/>
                <a:cs typeface="Noto Sans KR"/>
              </a:defRPr>
            </a:lvl6pPr>
            <a:lvl7pPr algn="l">
              <a:defRPr sz="1350" b="0">
                <a:solidFill>
                  <a:srgbClr val="586368"/>
                </a:solidFill>
                <a:latin typeface="Noto Sans KR"/>
                <a:ea typeface="Noto Sans KR"/>
                <a:cs typeface="Noto Sans KR"/>
              </a:defRPr>
            </a:lvl7pPr>
            <a:lvl8pPr algn="l">
              <a:defRPr sz="1350" b="0">
                <a:solidFill>
                  <a:srgbClr val="586368"/>
                </a:solidFill>
                <a:latin typeface="Noto Sans KR"/>
                <a:ea typeface="Noto Sans KR"/>
                <a:cs typeface="Noto Sans KR"/>
              </a:defRPr>
            </a:lvl8pPr>
            <a:lvl9pPr algn="l">
              <a:defRPr sz="1350" b="0">
                <a:solidFill>
                  <a:srgbClr val="586368"/>
                </a:solidFill>
                <a:latin typeface="Noto Sans KR"/>
                <a:ea typeface="Noto Sans KR"/>
                <a:cs typeface="Noto Sans KR"/>
              </a:defRPr>
            </a:lvl9pPr>
          </a:lstStyle>
          <a:p xmlns:a="http://schemas.openxmlformats.org/drawingml/2006/main">
            <a:pPr algn="l">
              <a:lnSpc>
                <a:spcPct val="118000"/>
              </a:lnSpc>
              <a:buNone/>
              <a:defRPr sz="1350" b="0">
                <a:solidFill>
                  <a:srgbClr val="586368"/>
                </a:solidFill>
                <a:latin typeface="Noto Sans KR"/>
                <a:ea typeface="Noto Sans KR"/>
                <a:cs typeface="Noto Sans KR"/>
              </a:defRPr>
            </a:pPr>
            <a:r>
              <a:rPr sz="1350" b="0">
                <a:solidFill>
                  <a:srgbClr val="586368"/>
                </a:solidFill>
                <a:latin typeface="Noto Sans KR"/>
                <a:ea typeface="Noto Sans KR"/>
                <a:cs typeface="Noto Sans KR"/>
              </a:rPr>
              <a:t>특징 생성 간격과 분석 실행 주기는 다르다.</a:t>
            </a:r>
          </a:p>
          <a:p xmlns:a="http://schemas.openxmlformats.org/drawingml/2006/main">
            <a:pPr algn="l">
              <a:lnSpc>
                <a:spcPct val="118000"/>
              </a:lnSpc>
              <a:buNone/>
              <a:defRPr sz="1350" b="0">
                <a:solidFill>
                  <a:srgbClr val="586368"/>
                </a:solidFill>
                <a:latin typeface="Noto Sans KR"/>
                <a:ea typeface="Noto Sans KR"/>
                <a:cs typeface="Noto Sans KR"/>
              </a:defRPr>
            </a:pPr>
            <a:r>
              <a:rPr sz="1350" b="0">
                <a:solidFill>
                  <a:srgbClr val="586368"/>
                </a:solidFill>
                <a:latin typeface="Noto Sans KR"/>
                <a:ea typeface="Noto Sans KR"/>
                <a:cs typeface="Noto Sans KR"/>
              </a:rPr>
              <a:t>센서가 HA에 전달한 변화만 기록할 수 있다.</a:t>
            </a:r>
          </a:p>
        </p:txBody>
      </p:sp>
      <p:graphicFrame>
        <p:nvGraphicFramePr>
          <p:cNvPr id="47" name="Chart">
            <a:extLst xmlns:a="http://schemas.openxmlformats.org/drawingml/2006/main">
              <a:ext uri="{FF2B5EF4-FFF2-40B4-BE49-F238E27FC236}">
                <a16:creationId xmlns:a16="http://schemas.microsoft.com/office/drawing/2014/main" id="{6881759F-F9F8-4543-AE1D-FD9C391C33E6}"/>
              </a:ext>
            </a:extLst>
          </p:cNvPr>
          <p:cNvGraphicFramePr/>
          <p:nvPr/>
        </p:nvGraphicFramePr>
        <p:xfrm>
          <a:off xmlns:a="http://schemas.openxmlformats.org/drawingml/2006/main" x="7620000" y="5191125"/>
          <a:ext xmlns:a="http://schemas.openxmlformats.org/drawingml/2006/main" cx="5334000" cy="1914525"/>
        </p:xfrm>
        <a:graphic xmlns:a="http://schemas.openxmlformats.org/drawingml/2006/main">
          <a:graphicData uri="http://schemas.openxmlformats.org/drawingml/2006/chart">
            <c:chart xmlns:r="http://schemas.openxmlformats.org/officeDocument/2006/relationships" xmlns:c="http://schemas.openxmlformats.org/drawingml/2006/chart" r:id="Reb1b8a156b084733"/>
          </a:graphicData>
        </a:graphic>
      </p:graphicFrame>
      <p:sp>
        <p:nvSpPr>
          <p:cNvPr id="48" name="text">
            <a:extLst xmlns:a="http://schemas.openxmlformats.org/drawingml/2006/main">
              <a:ext uri="{FF2B5EF4-FFF2-40B4-BE49-F238E27FC236}">
                <a16:creationId xmlns:a16="http://schemas.microsoft.com/office/drawing/2014/main" id="{62339A00-F556-420E-9C75-19CEE47A2E62}"/>
              </a:ext>
            </a:extLst>
          </p:cNvPr>
          <p:cNvSpPr>
            <a:spLocks xmlns:a="http://schemas.openxmlformats.org/drawingml/2006/main" noGrp="1"/>
          </p:cNvSpPr>
          <p:nvPr/>
        </p:nvSpPr>
        <p:spPr>
          <a:xfrm xmlns:a="http://schemas.openxmlformats.org/drawingml/2006/main">
            <a:off x="762000" y="69723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586368"/>
                </a:solidFill>
                <a:latin typeface="Noto Sans KR"/>
                <a:ea typeface="Noto Sans KR"/>
                <a:cs typeface="Noto Sans KR"/>
              </a:defRPr>
            </a:defPPr>
            <a:lvl1pPr algn="l">
              <a:defRPr sz="1163" b="0">
                <a:solidFill>
                  <a:srgbClr val="586368"/>
                </a:solidFill>
                <a:latin typeface="Noto Sans KR"/>
                <a:ea typeface="Noto Sans KR"/>
                <a:cs typeface="Noto Sans KR"/>
              </a:defRPr>
            </a:lvl1pPr>
            <a:lvl2pPr algn="l">
              <a:defRPr sz="1163" b="0">
                <a:solidFill>
                  <a:srgbClr val="586368"/>
                </a:solidFill>
                <a:latin typeface="Noto Sans KR"/>
                <a:ea typeface="Noto Sans KR"/>
                <a:cs typeface="Noto Sans KR"/>
              </a:defRPr>
            </a:lvl2pPr>
            <a:lvl3pPr algn="l">
              <a:defRPr sz="1163" b="0">
                <a:solidFill>
                  <a:srgbClr val="586368"/>
                </a:solidFill>
                <a:latin typeface="Noto Sans KR"/>
                <a:ea typeface="Noto Sans KR"/>
                <a:cs typeface="Noto Sans KR"/>
              </a:defRPr>
            </a:lvl3pPr>
            <a:lvl4pPr algn="l">
              <a:defRPr sz="1163" b="0">
                <a:solidFill>
                  <a:srgbClr val="586368"/>
                </a:solidFill>
                <a:latin typeface="Noto Sans KR"/>
                <a:ea typeface="Noto Sans KR"/>
                <a:cs typeface="Noto Sans KR"/>
              </a:defRPr>
            </a:lvl4pPr>
            <a:lvl5pPr algn="l">
              <a:defRPr sz="1163" b="0">
                <a:solidFill>
                  <a:srgbClr val="586368"/>
                </a:solidFill>
                <a:latin typeface="Noto Sans KR"/>
                <a:ea typeface="Noto Sans KR"/>
                <a:cs typeface="Noto Sans KR"/>
              </a:defRPr>
            </a:lvl5pPr>
            <a:lvl6pPr algn="l">
              <a:defRPr sz="1163" b="0">
                <a:solidFill>
                  <a:srgbClr val="586368"/>
                </a:solidFill>
                <a:latin typeface="Noto Sans KR"/>
                <a:ea typeface="Noto Sans KR"/>
                <a:cs typeface="Noto Sans KR"/>
              </a:defRPr>
            </a:lvl6pPr>
            <a:lvl7pPr algn="l">
              <a:defRPr sz="1163" b="0">
                <a:solidFill>
                  <a:srgbClr val="586368"/>
                </a:solidFill>
                <a:latin typeface="Noto Sans KR"/>
                <a:ea typeface="Noto Sans KR"/>
                <a:cs typeface="Noto Sans KR"/>
              </a:defRPr>
            </a:lvl7pPr>
            <a:lvl8pPr algn="l">
              <a:defRPr sz="1163" b="0">
                <a:solidFill>
                  <a:srgbClr val="586368"/>
                </a:solidFill>
                <a:latin typeface="Noto Sans KR"/>
                <a:ea typeface="Noto Sans KR"/>
                <a:cs typeface="Noto Sans KR"/>
              </a:defRPr>
            </a:lvl8pPr>
            <a:lvl9pPr algn="l">
              <a:defRPr sz="1163" b="0">
                <a:solidFill>
                  <a:srgbClr val="586368"/>
                </a:solidFill>
                <a:latin typeface="Noto Sans KR"/>
                <a:ea typeface="Noto Sans KR"/>
                <a:cs typeface="Noto Sans KR"/>
              </a:defRPr>
            </a:lvl9pPr>
          </a:lstStyle>
          <a:p xmlns:a="http://schemas.openxmlformats.org/drawingml/2006/main">
            <a:pPr algn="l">
              <a:lnSpc>
                <a:spcPct val="118000"/>
              </a:lnSpc>
              <a:buNone/>
              <a:defRPr sz="1163" b="0">
                <a:solidFill>
                  <a:srgbClr val="586368"/>
                </a:solidFill>
                <a:latin typeface="Noto Sans KR"/>
                <a:ea typeface="Noto Sans KR"/>
                <a:cs typeface="Noto Sans KR"/>
              </a:defRPr>
            </a:pPr>
            <a:r>
              <a:rPr sz="1163" b="0">
                <a:solidFill>
                  <a:srgbClr val="586368"/>
                </a:solidFill>
                <a:latin typeface="Noto Sans KR"/>
                <a:ea typeface="Noto Sans KR"/>
                <a:cs typeface="Noto Sans KR"/>
              </a:rPr>
              <a:t>/data에 이벤트·모델·전송 대기 상태를 영속 저장</a:t>
            </a:r>
          </a:p>
        </p:txBody>
      </p:sp>
    </p:spTree>
    <p:extLst>
      <p:ext uri="{BB962C8B-B14F-4D97-AF65-F5344CB8AC3E}">
        <p14:creationId xmlns:p14="http://schemas.microsoft.com/office/powerpoint/2010/main" val="4106303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3" name="shape">
            <a:extLst xmlns:a="http://schemas.openxmlformats.org/drawingml/2006/main">
              <a:ext uri="{FF2B5EF4-FFF2-40B4-BE49-F238E27FC236}">
                <a16:creationId xmlns:a16="http://schemas.microsoft.com/office/drawing/2014/main" id="{7DC64BFE-CEDC-47AA-8752-3A5D35A6BFE4}"/>
              </a:ext>
            </a:extLst>
          </p:cNvPr>
          <p:cNvSpPr>
            <a:spLocks xmlns:a="http://schemas.openxmlformats.org/drawingml/2006/main" noGrp="1"/>
          </p:cNvSpPr>
          <p:nvPr/>
        </p:nvSpPr>
        <p:spPr>
          <a:xfrm xmlns:a="http://schemas.openxmlformats.org/drawingml/2006/main">
            <a:off x="0" y="0"/>
            <a:ext cx="228600" cy="1333500"/>
          </a:xfrm>
          <a:prstGeom xmlns:a="http://schemas.openxmlformats.org/drawingml/2006/main" prst="rect">
            <a:avLst/>
          </a:prstGeom>
          <a:solidFill xmlns:a="http://schemas.openxmlformats.org/drawingml/2006/main">
            <a:srgbClr val="141719"/>
          </a:solidFill>
          <a:ln xmlns:a="http://schemas.openxmlformats.org/drawingml/2006/main" w="0">
            <a:noFill/>
            <a:prstDash val="solid"/>
          </a:ln>
        </p:spPr>
      </p:sp>
      <p:sp>
        <p:nvSpPr>
          <p:cNvPr id="2" name="text">
            <a:extLst xmlns:a="http://schemas.openxmlformats.org/drawingml/2006/main">
              <a:ext uri="{FF2B5EF4-FFF2-40B4-BE49-F238E27FC236}">
                <a16:creationId xmlns:a16="http://schemas.microsoft.com/office/drawing/2014/main" id="{A17B65EB-1DB4-448D-AF66-41EAC2EB025A}"/>
              </a:ext>
            </a:extLst>
          </p:cNvPr>
          <p:cNvSpPr>
            <a:spLocks xmlns:a="http://schemas.openxmlformats.org/drawingml/2006/main" noGrp="1"/>
          </p:cNvSpPr>
          <p:nvPr/>
        </p:nvSpPr>
        <p:spPr>
          <a:xfrm xmlns:a="http://schemas.openxmlformats.org/drawingml/2006/main">
            <a:off x="742950" y="266700"/>
            <a:ext cx="1162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41719"/>
                </a:solidFill>
                <a:latin typeface="Noto Sans KR"/>
                <a:ea typeface="Noto Sans KR"/>
                <a:cs typeface="Noto Sans KR"/>
              </a:defRPr>
            </a:defPPr>
            <a:lvl1pPr algn="l">
              <a:defRPr sz="1425" b="1">
                <a:solidFill>
                  <a:srgbClr val="141719"/>
                </a:solidFill>
                <a:latin typeface="Noto Sans KR"/>
                <a:ea typeface="Noto Sans KR"/>
                <a:cs typeface="Noto Sans KR"/>
              </a:defRPr>
            </a:lvl1pPr>
            <a:lvl2pPr algn="l">
              <a:defRPr sz="1425" b="1">
                <a:solidFill>
                  <a:srgbClr val="141719"/>
                </a:solidFill>
                <a:latin typeface="Noto Sans KR"/>
                <a:ea typeface="Noto Sans KR"/>
                <a:cs typeface="Noto Sans KR"/>
              </a:defRPr>
            </a:lvl2pPr>
            <a:lvl3pPr algn="l">
              <a:defRPr sz="1425" b="1">
                <a:solidFill>
                  <a:srgbClr val="141719"/>
                </a:solidFill>
                <a:latin typeface="Noto Sans KR"/>
                <a:ea typeface="Noto Sans KR"/>
                <a:cs typeface="Noto Sans KR"/>
              </a:defRPr>
            </a:lvl3pPr>
            <a:lvl4pPr algn="l">
              <a:defRPr sz="1425" b="1">
                <a:solidFill>
                  <a:srgbClr val="141719"/>
                </a:solidFill>
                <a:latin typeface="Noto Sans KR"/>
                <a:ea typeface="Noto Sans KR"/>
                <a:cs typeface="Noto Sans KR"/>
              </a:defRPr>
            </a:lvl4pPr>
            <a:lvl5pPr algn="l">
              <a:defRPr sz="1425" b="1">
                <a:solidFill>
                  <a:srgbClr val="141719"/>
                </a:solidFill>
                <a:latin typeface="Noto Sans KR"/>
                <a:ea typeface="Noto Sans KR"/>
                <a:cs typeface="Noto Sans KR"/>
              </a:defRPr>
            </a:lvl5pPr>
            <a:lvl6pPr algn="l">
              <a:defRPr sz="1425" b="1">
                <a:solidFill>
                  <a:srgbClr val="141719"/>
                </a:solidFill>
                <a:latin typeface="Noto Sans KR"/>
                <a:ea typeface="Noto Sans KR"/>
                <a:cs typeface="Noto Sans KR"/>
              </a:defRPr>
            </a:lvl6pPr>
            <a:lvl7pPr algn="l">
              <a:defRPr sz="1425" b="1">
                <a:solidFill>
                  <a:srgbClr val="141719"/>
                </a:solidFill>
                <a:latin typeface="Noto Sans KR"/>
                <a:ea typeface="Noto Sans KR"/>
                <a:cs typeface="Noto Sans KR"/>
              </a:defRPr>
            </a:lvl7pPr>
            <a:lvl8pPr algn="l">
              <a:defRPr sz="1425" b="1">
                <a:solidFill>
                  <a:srgbClr val="141719"/>
                </a:solidFill>
                <a:latin typeface="Noto Sans KR"/>
                <a:ea typeface="Noto Sans KR"/>
                <a:cs typeface="Noto Sans KR"/>
              </a:defRPr>
            </a:lvl8pPr>
            <a:lvl9pPr algn="l">
              <a:defRPr sz="1425" b="1">
                <a:solidFill>
                  <a:srgbClr val="141719"/>
                </a:solidFill>
                <a:latin typeface="Noto Sans KR"/>
                <a:ea typeface="Noto Sans KR"/>
                <a:cs typeface="Noto Sans KR"/>
              </a:defRPr>
            </a:lvl9pPr>
          </a:lstStyle>
          <a:p xmlns:a="http://schemas.openxmlformats.org/drawingml/2006/main">
            <a:pPr algn="l">
              <a:lnSpc>
                <a:spcPct val="118000"/>
              </a:lnSpc>
              <a:buNone/>
              <a:defRPr sz="1425" b="1">
                <a:solidFill>
                  <a:srgbClr val="141719"/>
                </a:solidFill>
                <a:latin typeface="Noto Sans KR"/>
                <a:ea typeface="Noto Sans KR"/>
                <a:cs typeface="Noto Sans KR"/>
              </a:defRPr>
            </a:pPr>
            <a:r>
              <a:rPr sz="1425" b="1">
                <a:solidFill>
                  <a:srgbClr val="141719"/>
                </a:solidFill>
                <a:latin typeface="Noto Sans KR"/>
                <a:ea typeface="Noto Sans KR"/>
                <a:cs typeface="Noto Sans KR"/>
              </a:rPr>
              <a:t>2. 개발 환경 설명</a:t>
            </a:r>
          </a:p>
        </p:txBody>
      </p:sp>
      <p:sp>
        <p:nvSpPr>
          <p:cNvPr id="3" name="text">
            <a:extLst xmlns:a="http://schemas.openxmlformats.org/drawingml/2006/main">
              <a:ext uri="{FF2B5EF4-FFF2-40B4-BE49-F238E27FC236}">
                <a16:creationId xmlns:a16="http://schemas.microsoft.com/office/drawing/2014/main" id="{7C2A8495-4E1F-4EF4-AE5D-C69508684143}"/>
              </a:ext>
            </a:extLst>
          </p:cNvPr>
          <p:cNvSpPr>
            <a:spLocks xmlns:a="http://schemas.openxmlformats.org/drawingml/2006/main" noGrp="1"/>
          </p:cNvSpPr>
          <p:nvPr/>
        </p:nvSpPr>
        <p:spPr>
          <a:xfrm xmlns:a="http://schemas.openxmlformats.org/drawingml/2006/main">
            <a:off x="714375" y="714375"/>
            <a:ext cx="12239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1719"/>
                </a:solidFill>
                <a:latin typeface="Noto Sans KR"/>
                <a:ea typeface="Noto Sans KR"/>
                <a:cs typeface="Noto Sans KR"/>
              </a:defRPr>
            </a:defPPr>
            <a:lvl1pPr algn="l">
              <a:defRPr sz="3225" b="1">
                <a:solidFill>
                  <a:srgbClr val="141719"/>
                </a:solidFill>
                <a:latin typeface="Noto Sans KR"/>
                <a:ea typeface="Noto Sans KR"/>
                <a:cs typeface="Noto Sans KR"/>
              </a:defRPr>
            </a:lvl1pPr>
            <a:lvl2pPr algn="l">
              <a:defRPr sz="3225" b="1">
                <a:solidFill>
                  <a:srgbClr val="141719"/>
                </a:solidFill>
                <a:latin typeface="Noto Sans KR"/>
                <a:ea typeface="Noto Sans KR"/>
                <a:cs typeface="Noto Sans KR"/>
              </a:defRPr>
            </a:lvl2pPr>
            <a:lvl3pPr algn="l">
              <a:defRPr sz="3225" b="1">
                <a:solidFill>
                  <a:srgbClr val="141719"/>
                </a:solidFill>
                <a:latin typeface="Noto Sans KR"/>
                <a:ea typeface="Noto Sans KR"/>
                <a:cs typeface="Noto Sans KR"/>
              </a:defRPr>
            </a:lvl3pPr>
            <a:lvl4pPr algn="l">
              <a:defRPr sz="3225" b="1">
                <a:solidFill>
                  <a:srgbClr val="141719"/>
                </a:solidFill>
                <a:latin typeface="Noto Sans KR"/>
                <a:ea typeface="Noto Sans KR"/>
                <a:cs typeface="Noto Sans KR"/>
              </a:defRPr>
            </a:lvl4pPr>
            <a:lvl5pPr algn="l">
              <a:defRPr sz="3225" b="1">
                <a:solidFill>
                  <a:srgbClr val="141719"/>
                </a:solidFill>
                <a:latin typeface="Noto Sans KR"/>
                <a:ea typeface="Noto Sans KR"/>
                <a:cs typeface="Noto Sans KR"/>
              </a:defRPr>
            </a:lvl5pPr>
            <a:lvl6pPr algn="l">
              <a:defRPr sz="3225" b="1">
                <a:solidFill>
                  <a:srgbClr val="141719"/>
                </a:solidFill>
                <a:latin typeface="Noto Sans KR"/>
                <a:ea typeface="Noto Sans KR"/>
                <a:cs typeface="Noto Sans KR"/>
              </a:defRPr>
            </a:lvl6pPr>
            <a:lvl7pPr algn="l">
              <a:defRPr sz="3225" b="1">
                <a:solidFill>
                  <a:srgbClr val="141719"/>
                </a:solidFill>
                <a:latin typeface="Noto Sans KR"/>
                <a:ea typeface="Noto Sans KR"/>
                <a:cs typeface="Noto Sans KR"/>
              </a:defRPr>
            </a:lvl7pPr>
            <a:lvl8pPr algn="l">
              <a:defRPr sz="3225" b="1">
                <a:solidFill>
                  <a:srgbClr val="141719"/>
                </a:solidFill>
                <a:latin typeface="Noto Sans KR"/>
                <a:ea typeface="Noto Sans KR"/>
                <a:cs typeface="Noto Sans KR"/>
              </a:defRPr>
            </a:lvl8pPr>
            <a:lvl9pPr algn="l">
              <a:defRPr sz="3225" b="1">
                <a:solidFill>
                  <a:srgbClr val="141719"/>
                </a:solidFill>
                <a:latin typeface="Noto Sans KR"/>
                <a:ea typeface="Noto Sans KR"/>
                <a:cs typeface="Noto Sans KR"/>
              </a:defRPr>
            </a:lvl9pPr>
          </a:lstStyle>
          <a:p xmlns:a="http://schemas.openxmlformats.org/drawingml/2006/main">
            <a:pPr algn="l">
              <a:lnSpc>
                <a:spcPct val="118000"/>
              </a:lnSpc>
              <a:buNone/>
              <a:defRPr sz="3225" b="1">
                <a:solidFill>
                  <a:srgbClr val="141719"/>
                </a:solidFill>
                <a:latin typeface="Noto Sans KR"/>
                <a:ea typeface="Noto Sans KR"/>
                <a:cs typeface="Noto Sans KR"/>
              </a:defRPr>
            </a:pPr>
            <a:r>
              <a:rPr sz="3225" b="1">
                <a:solidFill>
                  <a:srgbClr val="141719"/>
                </a:solidFill>
                <a:latin typeface="Noto Sans KR"/>
                <a:ea typeface="Noto Sans KR"/>
                <a:cs typeface="Noto Sans KR"/>
              </a:rPr>
              <a:t>상태 변화 기록과 학습 데이터 전처리</a:t>
            </a:r>
          </a:p>
        </p:txBody>
      </p:sp>
      <p:sp>
        <p:nvSpPr>
          <p:cNvPr id="4" name="text">
            <a:extLst xmlns:a="http://schemas.openxmlformats.org/drawingml/2006/main">
              <a:ext uri="{FF2B5EF4-FFF2-40B4-BE49-F238E27FC236}">
                <a16:creationId xmlns:a16="http://schemas.microsoft.com/office/drawing/2014/main" id="{3308CF92-2645-40B5-BD5E-F43C77B0F1D3}"/>
              </a:ext>
            </a:extLst>
          </p:cNvPr>
          <p:cNvSpPr>
            <a:spLocks xmlns:a="http://schemas.openxmlformats.org/drawingml/2006/main" noGrp="1"/>
          </p:cNvSpPr>
          <p:nvPr/>
        </p:nvSpPr>
        <p:spPr>
          <a:xfrm xmlns:a="http://schemas.openxmlformats.org/drawingml/2006/main">
            <a:off x="762000" y="1390650"/>
            <a:ext cx="1219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86368"/>
                </a:solidFill>
                <a:latin typeface="Noto Sans KR"/>
                <a:ea typeface="Noto Sans KR"/>
                <a:cs typeface="Noto Sans KR"/>
              </a:defRPr>
            </a:defPPr>
            <a:lvl1pPr algn="l">
              <a:defRPr sz="1425" b="0">
                <a:solidFill>
                  <a:srgbClr val="586368"/>
                </a:solidFill>
                <a:latin typeface="Noto Sans KR"/>
                <a:ea typeface="Noto Sans KR"/>
                <a:cs typeface="Noto Sans KR"/>
              </a:defRPr>
            </a:lvl1pPr>
            <a:lvl2pPr algn="l">
              <a:defRPr sz="1425" b="0">
                <a:solidFill>
                  <a:srgbClr val="586368"/>
                </a:solidFill>
                <a:latin typeface="Noto Sans KR"/>
                <a:ea typeface="Noto Sans KR"/>
                <a:cs typeface="Noto Sans KR"/>
              </a:defRPr>
            </a:lvl2pPr>
            <a:lvl3pPr algn="l">
              <a:defRPr sz="1425" b="0">
                <a:solidFill>
                  <a:srgbClr val="586368"/>
                </a:solidFill>
                <a:latin typeface="Noto Sans KR"/>
                <a:ea typeface="Noto Sans KR"/>
                <a:cs typeface="Noto Sans KR"/>
              </a:defRPr>
            </a:lvl3pPr>
            <a:lvl4pPr algn="l">
              <a:defRPr sz="1425" b="0">
                <a:solidFill>
                  <a:srgbClr val="586368"/>
                </a:solidFill>
                <a:latin typeface="Noto Sans KR"/>
                <a:ea typeface="Noto Sans KR"/>
                <a:cs typeface="Noto Sans KR"/>
              </a:defRPr>
            </a:lvl4pPr>
            <a:lvl5pPr algn="l">
              <a:defRPr sz="1425" b="0">
                <a:solidFill>
                  <a:srgbClr val="586368"/>
                </a:solidFill>
                <a:latin typeface="Noto Sans KR"/>
                <a:ea typeface="Noto Sans KR"/>
                <a:cs typeface="Noto Sans KR"/>
              </a:defRPr>
            </a:lvl5pPr>
            <a:lvl6pPr algn="l">
              <a:defRPr sz="1425" b="0">
                <a:solidFill>
                  <a:srgbClr val="586368"/>
                </a:solidFill>
                <a:latin typeface="Noto Sans KR"/>
                <a:ea typeface="Noto Sans KR"/>
                <a:cs typeface="Noto Sans KR"/>
              </a:defRPr>
            </a:lvl6pPr>
            <a:lvl7pPr algn="l">
              <a:defRPr sz="1425" b="0">
                <a:solidFill>
                  <a:srgbClr val="586368"/>
                </a:solidFill>
                <a:latin typeface="Noto Sans KR"/>
                <a:ea typeface="Noto Sans KR"/>
                <a:cs typeface="Noto Sans KR"/>
              </a:defRPr>
            </a:lvl7pPr>
            <a:lvl8pPr algn="l">
              <a:defRPr sz="1425" b="0">
                <a:solidFill>
                  <a:srgbClr val="586368"/>
                </a:solidFill>
                <a:latin typeface="Noto Sans KR"/>
                <a:ea typeface="Noto Sans KR"/>
                <a:cs typeface="Noto Sans KR"/>
              </a:defRPr>
            </a:lvl8pPr>
            <a:lvl9pPr algn="l">
              <a:defRPr sz="1425" b="0">
                <a:solidFill>
                  <a:srgbClr val="586368"/>
                </a:solidFill>
                <a:latin typeface="Noto Sans KR"/>
                <a:ea typeface="Noto Sans KR"/>
                <a:cs typeface="Noto Sans KR"/>
              </a:defRPr>
            </a:lvl9pPr>
          </a:lstStyle>
          <a:p xmlns:a="http://schemas.openxmlformats.org/drawingml/2006/main">
            <a:pPr algn="l">
              <a:lnSpc>
                <a:spcPct val="118000"/>
              </a:lnSpc>
              <a:buNone/>
              <a:defRPr sz="1425" b="0">
                <a:solidFill>
                  <a:srgbClr val="586368"/>
                </a:solidFill>
                <a:latin typeface="Noto Sans KR"/>
                <a:ea typeface="Noto Sans KR"/>
                <a:cs typeface="Noto Sans KR"/>
              </a:defRPr>
            </a:pPr>
            <a:r>
              <a:rPr sz="1425" b="0">
                <a:solidFill>
                  <a:srgbClr val="586368"/>
                </a:solidFill>
                <a:latin typeface="Noto Sans KR"/>
                <a:ea typeface="Noto Sans KR"/>
                <a:cs typeface="Noto Sans KR"/>
              </a:rPr>
              <a:t>같은 48시간의 합성 정상 이력을 이벤트 기록과 모델 입력으로 비교</a:t>
            </a:r>
          </a:p>
        </p:txBody>
      </p:sp>
      <p:sp>
        <p:nvSpPr>
          <p:cNvPr id="5" name="">
            <a:extLst xmlns:a="http://schemas.openxmlformats.org/drawingml/2006/main">
              <a:ext uri="{FF2B5EF4-FFF2-40B4-BE49-F238E27FC236}">
                <a16:creationId xmlns:a16="http://schemas.microsoft.com/office/drawing/2014/main" id="{95F79501-2FA9-45AF-ABBD-8D80F3EFB79C}"/>
              </a:ext>
            </a:extLst>
          </p:cNvPr>
          <p:cNvSpPr>
            <a:spLocks xmlns:a="http://schemas.openxmlformats.org/drawingml/2006/main" noGrp="1"/>
          </p:cNvSpPr>
          <p:nvPr/>
        </p:nvSpPr>
        <p:spPr>
          <a:xfrm xmlns:a="http://schemas.openxmlformats.org/drawingml/2006/main">
            <a:off x="762000" y="7248525"/>
            <a:ext cx="12192000" cy="0"/>
          </a:xfrm>
          <a:prstGeom xmlns:a="http://schemas.openxmlformats.org/drawingml/2006/main" prst="line">
            <a:avLst/>
          </a:prstGeom>
          <a:noFill xmlns:a="http://schemas.openxmlformats.org/drawingml/2006/main"/>
          <a:ln xmlns:a="http://schemas.openxmlformats.org/drawingml/2006/main" w="9525">
            <a:solidFill>
              <a:srgbClr val="D6DEE0"/>
            </a:solidFill>
            <a:prstDash val="solid"/>
          </a:ln>
        </p:spPr>
      </p:sp>
      <p:sp>
        <p:nvSpPr>
          <p:cNvPr id="6" name="text">
            <a:extLst xmlns:a="http://schemas.openxmlformats.org/drawingml/2006/main">
              <a:ext uri="{FF2B5EF4-FFF2-40B4-BE49-F238E27FC236}">
                <a16:creationId xmlns:a16="http://schemas.microsoft.com/office/drawing/2014/main" id="{A1F5C702-E1F6-4333-AD52-BD48D8C71F9E}"/>
              </a:ext>
            </a:extLst>
          </p:cNvPr>
          <p:cNvSpPr>
            <a:spLocks xmlns:a="http://schemas.openxmlformats.org/drawingml/2006/main" noGrp="1"/>
          </p:cNvSpPr>
          <p:nvPr/>
        </p:nvSpPr>
        <p:spPr>
          <a:xfrm xmlns:a="http://schemas.openxmlformats.org/drawingml/2006/main">
            <a:off x="762000" y="7400925"/>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586368"/>
                </a:solidFill>
                <a:latin typeface="Noto Sans KR"/>
                <a:ea typeface="Noto Sans KR"/>
                <a:cs typeface="Noto Sans KR"/>
              </a:defRPr>
            </a:defPPr>
            <a:lvl1pPr algn="l">
              <a:defRPr sz="1013" b="0">
                <a:solidFill>
                  <a:srgbClr val="586368"/>
                </a:solidFill>
                <a:latin typeface="Noto Sans KR"/>
                <a:ea typeface="Noto Sans KR"/>
                <a:cs typeface="Noto Sans KR"/>
              </a:defRPr>
            </a:lvl1pPr>
            <a:lvl2pPr algn="l">
              <a:defRPr sz="1013" b="0">
                <a:solidFill>
                  <a:srgbClr val="586368"/>
                </a:solidFill>
                <a:latin typeface="Noto Sans KR"/>
                <a:ea typeface="Noto Sans KR"/>
                <a:cs typeface="Noto Sans KR"/>
              </a:defRPr>
            </a:lvl2pPr>
            <a:lvl3pPr algn="l">
              <a:defRPr sz="1013" b="0">
                <a:solidFill>
                  <a:srgbClr val="586368"/>
                </a:solidFill>
                <a:latin typeface="Noto Sans KR"/>
                <a:ea typeface="Noto Sans KR"/>
                <a:cs typeface="Noto Sans KR"/>
              </a:defRPr>
            </a:lvl3pPr>
            <a:lvl4pPr algn="l">
              <a:defRPr sz="1013" b="0">
                <a:solidFill>
                  <a:srgbClr val="586368"/>
                </a:solidFill>
                <a:latin typeface="Noto Sans KR"/>
                <a:ea typeface="Noto Sans KR"/>
                <a:cs typeface="Noto Sans KR"/>
              </a:defRPr>
            </a:lvl4pPr>
            <a:lvl5pPr algn="l">
              <a:defRPr sz="1013" b="0">
                <a:solidFill>
                  <a:srgbClr val="586368"/>
                </a:solidFill>
                <a:latin typeface="Noto Sans KR"/>
                <a:ea typeface="Noto Sans KR"/>
                <a:cs typeface="Noto Sans KR"/>
              </a:defRPr>
            </a:lvl5pPr>
            <a:lvl6pPr algn="l">
              <a:defRPr sz="1013" b="0">
                <a:solidFill>
                  <a:srgbClr val="586368"/>
                </a:solidFill>
                <a:latin typeface="Noto Sans KR"/>
                <a:ea typeface="Noto Sans KR"/>
                <a:cs typeface="Noto Sans KR"/>
              </a:defRPr>
            </a:lvl6pPr>
            <a:lvl7pPr algn="l">
              <a:defRPr sz="1013" b="0">
                <a:solidFill>
                  <a:srgbClr val="586368"/>
                </a:solidFill>
                <a:latin typeface="Noto Sans KR"/>
                <a:ea typeface="Noto Sans KR"/>
                <a:cs typeface="Noto Sans KR"/>
              </a:defRPr>
            </a:lvl7pPr>
            <a:lvl8pPr algn="l">
              <a:defRPr sz="1013" b="0">
                <a:solidFill>
                  <a:srgbClr val="586368"/>
                </a:solidFill>
                <a:latin typeface="Noto Sans KR"/>
                <a:ea typeface="Noto Sans KR"/>
                <a:cs typeface="Noto Sans KR"/>
              </a:defRPr>
            </a:lvl8pPr>
            <a:lvl9pPr algn="l">
              <a:defRPr sz="1013" b="0">
                <a:solidFill>
                  <a:srgbClr val="586368"/>
                </a:solidFill>
                <a:latin typeface="Noto Sans KR"/>
                <a:ea typeface="Noto Sans KR"/>
                <a:cs typeface="Noto Sans KR"/>
              </a:defRPr>
            </a:lvl9pPr>
          </a:lstStyle>
          <a:p xmlns:a="http://schemas.openxmlformats.org/drawingml/2006/main">
            <a:pPr algn="l">
              <a:lnSpc>
                <a:spcPct val="118000"/>
              </a:lnSpc>
              <a:buNone/>
              <a:defRPr sz="1013" b="0">
                <a:solidFill>
                  <a:srgbClr val="586368"/>
                </a:solidFill>
                <a:latin typeface="Noto Sans KR"/>
                <a:ea typeface="Noto Sans KR"/>
                <a:cs typeface="Noto Sans KR"/>
              </a:defRPr>
            </a:pPr>
            <a:r>
              <a:rPr sz="1013" b="0">
                <a:solidFill>
                  <a:srgbClr val="586368"/>
                </a:solidFill>
                <a:latin typeface="Noto Sans KR"/>
                <a:ea typeface="Noto Sans KR"/>
                <a:cs typeface="Noto Sans KR"/>
              </a:rPr>
              <a:t>Home Assistant 가전 반복행동 판단</a:t>
            </a:r>
          </a:p>
        </p:txBody>
      </p:sp>
      <p:sp>
        <p:nvSpPr>
          <p:cNvPr id="7" name="text">
            <a:extLst xmlns:a="http://schemas.openxmlformats.org/drawingml/2006/main">
              <a:ext uri="{FF2B5EF4-FFF2-40B4-BE49-F238E27FC236}">
                <a16:creationId xmlns:a16="http://schemas.microsoft.com/office/drawing/2014/main" id="{F1504A30-91D1-4F9B-8B02-4C2404C433DD}"/>
              </a:ext>
            </a:extLst>
          </p:cNvPr>
          <p:cNvSpPr>
            <a:spLocks xmlns:a="http://schemas.openxmlformats.org/drawingml/2006/main" noGrp="1"/>
          </p:cNvSpPr>
          <p:nvPr/>
        </p:nvSpPr>
        <p:spPr>
          <a:xfrm xmlns:a="http://schemas.openxmlformats.org/drawingml/2006/main">
            <a:off x="7334250" y="7400925"/>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13" b="0">
                <a:solidFill>
                  <a:srgbClr val="586368"/>
                </a:solidFill>
                <a:latin typeface="Noto Sans KR"/>
                <a:ea typeface="Noto Sans KR"/>
                <a:cs typeface="Noto Sans KR"/>
              </a:defRPr>
            </a:defPPr>
            <a:lvl1pPr algn="r">
              <a:defRPr sz="1013" b="0">
                <a:solidFill>
                  <a:srgbClr val="586368"/>
                </a:solidFill>
                <a:latin typeface="Noto Sans KR"/>
                <a:ea typeface="Noto Sans KR"/>
                <a:cs typeface="Noto Sans KR"/>
              </a:defRPr>
            </a:lvl1pPr>
            <a:lvl2pPr algn="r">
              <a:defRPr sz="1013" b="0">
                <a:solidFill>
                  <a:srgbClr val="586368"/>
                </a:solidFill>
                <a:latin typeface="Noto Sans KR"/>
                <a:ea typeface="Noto Sans KR"/>
                <a:cs typeface="Noto Sans KR"/>
              </a:defRPr>
            </a:lvl2pPr>
            <a:lvl3pPr algn="r">
              <a:defRPr sz="1013" b="0">
                <a:solidFill>
                  <a:srgbClr val="586368"/>
                </a:solidFill>
                <a:latin typeface="Noto Sans KR"/>
                <a:ea typeface="Noto Sans KR"/>
                <a:cs typeface="Noto Sans KR"/>
              </a:defRPr>
            </a:lvl3pPr>
            <a:lvl4pPr algn="r">
              <a:defRPr sz="1013" b="0">
                <a:solidFill>
                  <a:srgbClr val="586368"/>
                </a:solidFill>
                <a:latin typeface="Noto Sans KR"/>
                <a:ea typeface="Noto Sans KR"/>
                <a:cs typeface="Noto Sans KR"/>
              </a:defRPr>
            </a:lvl4pPr>
            <a:lvl5pPr algn="r">
              <a:defRPr sz="1013" b="0">
                <a:solidFill>
                  <a:srgbClr val="586368"/>
                </a:solidFill>
                <a:latin typeface="Noto Sans KR"/>
                <a:ea typeface="Noto Sans KR"/>
                <a:cs typeface="Noto Sans KR"/>
              </a:defRPr>
            </a:lvl5pPr>
            <a:lvl6pPr algn="r">
              <a:defRPr sz="1013" b="0">
                <a:solidFill>
                  <a:srgbClr val="586368"/>
                </a:solidFill>
                <a:latin typeface="Noto Sans KR"/>
                <a:ea typeface="Noto Sans KR"/>
                <a:cs typeface="Noto Sans KR"/>
              </a:defRPr>
            </a:lvl6pPr>
            <a:lvl7pPr algn="r">
              <a:defRPr sz="1013" b="0">
                <a:solidFill>
                  <a:srgbClr val="586368"/>
                </a:solidFill>
                <a:latin typeface="Noto Sans KR"/>
                <a:ea typeface="Noto Sans KR"/>
                <a:cs typeface="Noto Sans KR"/>
              </a:defRPr>
            </a:lvl7pPr>
            <a:lvl8pPr algn="r">
              <a:defRPr sz="1013" b="0">
                <a:solidFill>
                  <a:srgbClr val="586368"/>
                </a:solidFill>
                <a:latin typeface="Noto Sans KR"/>
                <a:ea typeface="Noto Sans KR"/>
                <a:cs typeface="Noto Sans KR"/>
              </a:defRPr>
            </a:lvl8pPr>
            <a:lvl9pPr algn="r">
              <a:defRPr sz="1013" b="0">
                <a:solidFill>
                  <a:srgbClr val="586368"/>
                </a:solidFill>
                <a:latin typeface="Noto Sans KR"/>
                <a:ea typeface="Noto Sans KR"/>
                <a:cs typeface="Noto Sans KR"/>
              </a:defRPr>
            </a:lvl9pPr>
          </a:lstStyle>
          <a:p xmlns:a="http://schemas.openxmlformats.org/drawingml/2006/main">
            <a:pPr algn="r">
              <a:lnSpc>
                <a:spcPct val="118000"/>
              </a:lnSpc>
              <a:buNone/>
              <a:defRPr sz="1013" b="0">
                <a:solidFill>
                  <a:srgbClr val="586368"/>
                </a:solidFill>
                <a:latin typeface="Noto Sans KR"/>
                <a:ea typeface="Noto Sans KR"/>
                <a:cs typeface="Noto Sans KR"/>
              </a:defRPr>
            </a:pPr>
            <a:r>
              <a:rPr sz="1013" b="0">
                <a:solidFill>
                  <a:srgbClr val="586368"/>
                </a:solidFill>
                <a:latin typeface="Noto Sans KR"/>
                <a:ea typeface="Noto Sans KR"/>
                <a:cs typeface="Noto Sans KR"/>
              </a:rPr>
              <a:t>합성 데이터 시험 · 환자 대상 성능 미평가</a:t>
            </a:r>
          </a:p>
        </p:txBody>
      </p:sp>
      <p:sp>
        <p:nvSpPr>
          <p:cNvPr id="8" name="text">
            <a:extLst xmlns:a="http://schemas.openxmlformats.org/drawingml/2006/main">
              <a:ext uri="{FF2B5EF4-FFF2-40B4-BE49-F238E27FC236}">
                <a16:creationId xmlns:a16="http://schemas.microsoft.com/office/drawing/2014/main" id="{C31489B9-EC86-476C-8A06-952911B8EF34}"/>
              </a:ext>
            </a:extLst>
          </p:cNvPr>
          <p:cNvSpPr>
            <a:spLocks xmlns:a="http://schemas.openxmlformats.org/drawingml/2006/main" noGrp="1"/>
          </p:cNvSpPr>
          <p:nvPr/>
        </p:nvSpPr>
        <p:spPr>
          <a:xfrm xmlns:a="http://schemas.openxmlformats.org/drawingml/2006/main">
            <a:off x="12382500" y="7353300"/>
            <a:ext cx="571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1">
                <a:solidFill>
                  <a:srgbClr val="141719"/>
                </a:solidFill>
                <a:latin typeface="Noto Sans KR"/>
                <a:ea typeface="Noto Sans KR"/>
                <a:cs typeface="Noto Sans KR"/>
              </a:defRPr>
            </a:defPPr>
            <a:lvl1pPr algn="r">
              <a:defRPr sz="1500" b="1">
                <a:solidFill>
                  <a:srgbClr val="141719"/>
                </a:solidFill>
                <a:latin typeface="Noto Sans KR"/>
                <a:ea typeface="Noto Sans KR"/>
                <a:cs typeface="Noto Sans KR"/>
              </a:defRPr>
            </a:lvl1pPr>
            <a:lvl2pPr algn="r">
              <a:defRPr sz="1500" b="1">
                <a:solidFill>
                  <a:srgbClr val="141719"/>
                </a:solidFill>
                <a:latin typeface="Noto Sans KR"/>
                <a:ea typeface="Noto Sans KR"/>
                <a:cs typeface="Noto Sans KR"/>
              </a:defRPr>
            </a:lvl2pPr>
            <a:lvl3pPr algn="r">
              <a:defRPr sz="1500" b="1">
                <a:solidFill>
                  <a:srgbClr val="141719"/>
                </a:solidFill>
                <a:latin typeface="Noto Sans KR"/>
                <a:ea typeface="Noto Sans KR"/>
                <a:cs typeface="Noto Sans KR"/>
              </a:defRPr>
            </a:lvl3pPr>
            <a:lvl4pPr algn="r">
              <a:defRPr sz="1500" b="1">
                <a:solidFill>
                  <a:srgbClr val="141719"/>
                </a:solidFill>
                <a:latin typeface="Noto Sans KR"/>
                <a:ea typeface="Noto Sans KR"/>
                <a:cs typeface="Noto Sans KR"/>
              </a:defRPr>
            </a:lvl4pPr>
            <a:lvl5pPr algn="r">
              <a:defRPr sz="1500" b="1">
                <a:solidFill>
                  <a:srgbClr val="141719"/>
                </a:solidFill>
                <a:latin typeface="Noto Sans KR"/>
                <a:ea typeface="Noto Sans KR"/>
                <a:cs typeface="Noto Sans KR"/>
              </a:defRPr>
            </a:lvl5pPr>
            <a:lvl6pPr algn="r">
              <a:defRPr sz="1500" b="1">
                <a:solidFill>
                  <a:srgbClr val="141719"/>
                </a:solidFill>
                <a:latin typeface="Noto Sans KR"/>
                <a:ea typeface="Noto Sans KR"/>
                <a:cs typeface="Noto Sans KR"/>
              </a:defRPr>
            </a:lvl6pPr>
            <a:lvl7pPr algn="r">
              <a:defRPr sz="1500" b="1">
                <a:solidFill>
                  <a:srgbClr val="141719"/>
                </a:solidFill>
                <a:latin typeface="Noto Sans KR"/>
                <a:ea typeface="Noto Sans KR"/>
                <a:cs typeface="Noto Sans KR"/>
              </a:defRPr>
            </a:lvl7pPr>
            <a:lvl8pPr algn="r">
              <a:defRPr sz="1500" b="1">
                <a:solidFill>
                  <a:srgbClr val="141719"/>
                </a:solidFill>
                <a:latin typeface="Noto Sans KR"/>
                <a:ea typeface="Noto Sans KR"/>
                <a:cs typeface="Noto Sans KR"/>
              </a:defRPr>
            </a:lvl8pPr>
            <a:lvl9pPr algn="r">
              <a:defRPr sz="1500" b="1">
                <a:solidFill>
                  <a:srgbClr val="141719"/>
                </a:solidFill>
                <a:latin typeface="Noto Sans KR"/>
                <a:ea typeface="Noto Sans KR"/>
                <a:cs typeface="Noto Sans KR"/>
              </a:defRPr>
            </a:lvl9pPr>
          </a:lstStyle>
          <a:p xmlns:a="http://schemas.openxmlformats.org/drawingml/2006/main">
            <a:pPr algn="r">
              <a:lnSpc>
                <a:spcPct val="118000"/>
              </a:lnSpc>
              <a:buNone/>
              <a:defRPr sz="1500" b="1">
                <a:solidFill>
                  <a:srgbClr val="141719"/>
                </a:solidFill>
                <a:latin typeface="Noto Sans KR"/>
                <a:ea typeface="Noto Sans KR"/>
                <a:cs typeface="Noto Sans KR"/>
              </a:defRPr>
            </a:pPr>
            <a:r>
              <a:rPr sz="1500" b="1">
                <a:solidFill>
                  <a:srgbClr val="141719"/>
                </a:solidFill>
                <a:latin typeface="Noto Sans KR"/>
                <a:ea typeface="Noto Sans KR"/>
                <a:cs typeface="Noto Sans KR"/>
              </a:rPr>
              <a:t>02</a:t>
            </a:r>
          </a:p>
        </p:txBody>
      </p:sp>
      <p:sp>
        <p:nvSpPr>
          <p:cNvPr id="9" name="text">
            <a:extLst xmlns:a="http://schemas.openxmlformats.org/drawingml/2006/main">
              <a:ext uri="{FF2B5EF4-FFF2-40B4-BE49-F238E27FC236}">
                <a16:creationId xmlns:a16="http://schemas.microsoft.com/office/drawing/2014/main" id="{D5487902-6D94-4C80-99AD-0D552FEFC354}"/>
              </a:ext>
            </a:extLst>
          </p:cNvPr>
          <p:cNvSpPr>
            <a:spLocks xmlns:a="http://schemas.openxmlformats.org/drawingml/2006/main" noGrp="1"/>
          </p:cNvSpPr>
          <p:nvPr/>
        </p:nvSpPr>
        <p:spPr>
          <a:xfrm xmlns:a="http://schemas.openxmlformats.org/drawingml/2006/main">
            <a:off x="762000" y="17907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41719"/>
                </a:solidFill>
                <a:latin typeface="Noto Sans KR"/>
                <a:ea typeface="Noto Sans KR"/>
                <a:cs typeface="Noto Sans KR"/>
              </a:defRPr>
            </a:defPPr>
            <a:lvl1pPr algn="l">
              <a:defRPr sz="1575" b="1">
                <a:solidFill>
                  <a:srgbClr val="141719"/>
                </a:solidFill>
                <a:latin typeface="Noto Sans KR"/>
                <a:ea typeface="Noto Sans KR"/>
                <a:cs typeface="Noto Sans KR"/>
              </a:defRPr>
            </a:lvl1pPr>
            <a:lvl2pPr algn="l">
              <a:defRPr sz="1575" b="1">
                <a:solidFill>
                  <a:srgbClr val="141719"/>
                </a:solidFill>
                <a:latin typeface="Noto Sans KR"/>
                <a:ea typeface="Noto Sans KR"/>
                <a:cs typeface="Noto Sans KR"/>
              </a:defRPr>
            </a:lvl2pPr>
            <a:lvl3pPr algn="l">
              <a:defRPr sz="1575" b="1">
                <a:solidFill>
                  <a:srgbClr val="141719"/>
                </a:solidFill>
                <a:latin typeface="Noto Sans KR"/>
                <a:ea typeface="Noto Sans KR"/>
                <a:cs typeface="Noto Sans KR"/>
              </a:defRPr>
            </a:lvl3pPr>
            <a:lvl4pPr algn="l">
              <a:defRPr sz="1575" b="1">
                <a:solidFill>
                  <a:srgbClr val="141719"/>
                </a:solidFill>
                <a:latin typeface="Noto Sans KR"/>
                <a:ea typeface="Noto Sans KR"/>
                <a:cs typeface="Noto Sans KR"/>
              </a:defRPr>
            </a:lvl4pPr>
            <a:lvl5pPr algn="l">
              <a:defRPr sz="1575" b="1">
                <a:solidFill>
                  <a:srgbClr val="141719"/>
                </a:solidFill>
                <a:latin typeface="Noto Sans KR"/>
                <a:ea typeface="Noto Sans KR"/>
                <a:cs typeface="Noto Sans KR"/>
              </a:defRPr>
            </a:lvl5pPr>
            <a:lvl6pPr algn="l">
              <a:defRPr sz="1575" b="1">
                <a:solidFill>
                  <a:srgbClr val="141719"/>
                </a:solidFill>
                <a:latin typeface="Noto Sans KR"/>
                <a:ea typeface="Noto Sans KR"/>
                <a:cs typeface="Noto Sans KR"/>
              </a:defRPr>
            </a:lvl6pPr>
            <a:lvl7pPr algn="l">
              <a:defRPr sz="1575" b="1">
                <a:solidFill>
                  <a:srgbClr val="141719"/>
                </a:solidFill>
                <a:latin typeface="Noto Sans KR"/>
                <a:ea typeface="Noto Sans KR"/>
                <a:cs typeface="Noto Sans KR"/>
              </a:defRPr>
            </a:lvl7pPr>
            <a:lvl8pPr algn="l">
              <a:defRPr sz="1575" b="1">
                <a:solidFill>
                  <a:srgbClr val="141719"/>
                </a:solidFill>
                <a:latin typeface="Noto Sans KR"/>
                <a:ea typeface="Noto Sans KR"/>
                <a:cs typeface="Noto Sans KR"/>
              </a:defRPr>
            </a:lvl8pPr>
            <a:lvl9pPr algn="l">
              <a:defRPr sz="1575" b="1">
                <a:solidFill>
                  <a:srgbClr val="141719"/>
                </a:solidFill>
                <a:latin typeface="Noto Sans KR"/>
                <a:ea typeface="Noto Sans KR"/>
                <a:cs typeface="Noto Sans KR"/>
              </a:defRPr>
            </a:lvl9pPr>
          </a:lstStyle>
          <a:p xmlns:a="http://schemas.openxmlformats.org/drawingml/2006/main">
            <a:pPr algn="l">
              <a:lnSpc>
                <a:spcPct val="118000"/>
              </a:lnSpc>
              <a:buNone/>
              <a:defRPr sz="1575" b="1">
                <a:solidFill>
                  <a:srgbClr val="141719"/>
                </a:solidFill>
                <a:latin typeface="Noto Sans KR"/>
                <a:ea typeface="Noto Sans KR"/>
                <a:cs typeface="Noto Sans KR"/>
              </a:defRPr>
            </a:pPr>
            <a:r>
              <a:rPr sz="1575" b="1">
                <a:solidFill>
                  <a:srgbClr val="141719"/>
                </a:solidFill>
                <a:latin typeface="Noto Sans KR"/>
                <a:ea typeface="Noto Sans KR"/>
                <a:cs typeface="Noto Sans KR"/>
              </a:rPr>
              <a:t>기준 시각 직전 1시간의 상태 변화 (48시간)</a:t>
            </a:r>
          </a:p>
        </p:txBody>
      </p:sp>
      <p:graphicFrame>
        <p:nvGraphicFramePr>
          <p:cNvPr id="10" name="">
            <a:extLst xmlns:a="http://schemas.openxmlformats.org/drawingml/2006/main">
              <a:ext uri="{FF2B5EF4-FFF2-40B4-BE49-F238E27FC236}">
                <a16:creationId xmlns:a16="http://schemas.microsoft.com/office/drawing/2014/main" id="{BE00F09E-1421-491B-8C3B-7D84B210E8FF}"/>
              </a:ext>
            </a:extLst>
          </p:cNvPr>
          <p:cNvGraphicFramePr/>
          <p:nvPr/>
        </p:nvGraphicFramePr>
        <p:xfrm>
          <a:off xmlns:a="http://schemas.openxmlformats.org/drawingml/2006/main" x="1962150" y="2200275"/>
          <a:ext xmlns:a="http://schemas.openxmlformats.org/drawingml/2006/main" cx="5753100" cy="1628775"/>
        </p:xfrm>
        <a:graphic xmlns:a="http://schemas.openxmlformats.org/drawingml/2006/main">
          <a:graphicData uri="http://schemas.openxmlformats.org/drawingml/2006/table">
            <a:tbl>
              <a:tblPr firstRow="0" bandRow="0" bandCol="0"/>
              <a:tblGrid>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tblGrid>
              <a:tr h="203597">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FB673"/>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FB673"/>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FB673"/>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FB673"/>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FB673"/>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FB673"/>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440154"/>
                    </a:solidFill>
                  </a:tcPr>
                </a:tc>
              </a:tr>
              <a:tr h="203597">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FB673"/>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FB673"/>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FB673"/>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FB673"/>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r>
              <a:tr h="203597">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FDE72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FDE72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FDE72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FDE72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r>
              <a:tr h="203597">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FB673"/>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r>
              <a:tr h="203597">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FB673"/>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r>
              <a:tr h="203597">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r>
              <a:tr h="203597">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r>
              <a:tr h="203597">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FB673"/>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FB673"/>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40154"/>
                    </a:solidFill>
                  </a:tcPr>
                </a:tc>
              </a:tr>
            </a:tbl>
          </a:graphicData>
        </a:graphic>
      </p:graphicFrame>
      <p:sp>
        <p:nvSpPr>
          <p:cNvPr id="11" name="raw-event-heatmap">
            <a:extLst xmlns:a="http://schemas.openxmlformats.org/drawingml/2006/main">
              <a:ext uri="{FF2B5EF4-FFF2-40B4-BE49-F238E27FC236}">
                <a16:creationId xmlns:a16="http://schemas.microsoft.com/office/drawing/2014/main" id="{BEFBC7DD-4EAF-4AE0-83C6-F13FDDCD6816}"/>
              </a:ext>
            </a:extLst>
          </p:cNvPr>
          <p:cNvSpPr>
            <a:spLocks xmlns:a="http://schemas.openxmlformats.org/drawingml/2006/main" noGrp="1"/>
          </p:cNvSpPr>
          <p:nvPr/>
        </p:nvSpPr>
        <p:spPr>
          <a:xfrm xmlns:a="http://schemas.openxmlformats.org/drawingml/2006/main">
            <a:off x="1962150" y="2200275"/>
            <a:ext cx="5753100" cy="1628775"/>
          </a:xfrm>
          <a:prstGeom xmlns:a="http://schemas.openxmlformats.org/drawingml/2006/main" prst="rect">
            <a:avLst/>
          </a:prstGeom>
          <a:noFill xmlns:a="http://schemas.openxmlformats.org/drawingml/2006/main"/>
          <a:ln xmlns:a="http://schemas.openxmlformats.org/drawingml/2006/main" w="7620">
            <a:solidFill>
              <a:srgbClr val="586368"/>
            </a:solidFill>
            <a:prstDash val="solid"/>
          </a:ln>
        </p:spPr>
      </p:sp>
      <p:sp>
        <p:nvSpPr>
          <p:cNvPr id="12" name="text">
            <a:extLst xmlns:a="http://schemas.openxmlformats.org/drawingml/2006/main">
              <a:ext uri="{FF2B5EF4-FFF2-40B4-BE49-F238E27FC236}">
                <a16:creationId xmlns:a16="http://schemas.microsoft.com/office/drawing/2014/main" id="{9D7661AA-1226-4F3E-AB17-814DE7142892}"/>
              </a:ext>
            </a:extLst>
          </p:cNvPr>
          <p:cNvSpPr>
            <a:spLocks xmlns:a="http://schemas.openxmlformats.org/drawingml/2006/main" noGrp="1"/>
          </p:cNvSpPr>
          <p:nvPr/>
        </p:nvSpPr>
        <p:spPr>
          <a:xfrm xmlns:a="http://schemas.openxmlformats.org/drawingml/2006/main">
            <a:off x="762000" y="2206823"/>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586368"/>
                </a:solidFill>
                <a:latin typeface="Noto Sans KR"/>
                <a:ea typeface="Noto Sans KR"/>
                <a:cs typeface="Noto Sans KR"/>
              </a:defRPr>
            </a:defPPr>
            <a:lvl1pPr algn="r">
              <a:defRPr sz="1125" b="0">
                <a:solidFill>
                  <a:srgbClr val="586368"/>
                </a:solidFill>
                <a:latin typeface="Noto Sans KR"/>
                <a:ea typeface="Noto Sans KR"/>
                <a:cs typeface="Noto Sans KR"/>
              </a:defRPr>
            </a:lvl1pPr>
            <a:lvl2pPr algn="r">
              <a:defRPr sz="1125" b="0">
                <a:solidFill>
                  <a:srgbClr val="586368"/>
                </a:solidFill>
                <a:latin typeface="Noto Sans KR"/>
                <a:ea typeface="Noto Sans KR"/>
                <a:cs typeface="Noto Sans KR"/>
              </a:defRPr>
            </a:lvl2pPr>
            <a:lvl3pPr algn="r">
              <a:defRPr sz="1125" b="0">
                <a:solidFill>
                  <a:srgbClr val="586368"/>
                </a:solidFill>
                <a:latin typeface="Noto Sans KR"/>
                <a:ea typeface="Noto Sans KR"/>
                <a:cs typeface="Noto Sans KR"/>
              </a:defRPr>
            </a:lvl3pPr>
            <a:lvl4pPr algn="r">
              <a:defRPr sz="1125" b="0">
                <a:solidFill>
                  <a:srgbClr val="586368"/>
                </a:solidFill>
                <a:latin typeface="Noto Sans KR"/>
                <a:ea typeface="Noto Sans KR"/>
                <a:cs typeface="Noto Sans KR"/>
              </a:defRPr>
            </a:lvl4pPr>
            <a:lvl5pPr algn="r">
              <a:defRPr sz="1125" b="0">
                <a:solidFill>
                  <a:srgbClr val="586368"/>
                </a:solidFill>
                <a:latin typeface="Noto Sans KR"/>
                <a:ea typeface="Noto Sans KR"/>
                <a:cs typeface="Noto Sans KR"/>
              </a:defRPr>
            </a:lvl5pPr>
            <a:lvl6pPr algn="r">
              <a:defRPr sz="1125" b="0">
                <a:solidFill>
                  <a:srgbClr val="586368"/>
                </a:solidFill>
                <a:latin typeface="Noto Sans KR"/>
                <a:ea typeface="Noto Sans KR"/>
                <a:cs typeface="Noto Sans KR"/>
              </a:defRPr>
            </a:lvl6pPr>
            <a:lvl7pPr algn="r">
              <a:defRPr sz="1125" b="0">
                <a:solidFill>
                  <a:srgbClr val="586368"/>
                </a:solidFill>
                <a:latin typeface="Noto Sans KR"/>
                <a:ea typeface="Noto Sans KR"/>
                <a:cs typeface="Noto Sans KR"/>
              </a:defRPr>
            </a:lvl7pPr>
            <a:lvl8pPr algn="r">
              <a:defRPr sz="1125" b="0">
                <a:solidFill>
                  <a:srgbClr val="586368"/>
                </a:solidFill>
                <a:latin typeface="Noto Sans KR"/>
                <a:ea typeface="Noto Sans KR"/>
                <a:cs typeface="Noto Sans KR"/>
              </a:defRPr>
            </a:lvl8pPr>
            <a:lvl9pPr algn="r">
              <a:defRPr sz="1125" b="0">
                <a:solidFill>
                  <a:srgbClr val="586368"/>
                </a:solidFill>
                <a:latin typeface="Noto Sans KR"/>
                <a:ea typeface="Noto Sans KR"/>
                <a:cs typeface="Noto Sans KR"/>
              </a:defRPr>
            </a:lvl9pPr>
          </a:lstStyle>
          <a:p xmlns:a="http://schemas.openxmlformats.org/drawingml/2006/main">
            <a:pPr algn="r">
              <a:lnSpc>
                <a:spcPct val="118000"/>
              </a:lnSpc>
              <a:buNone/>
              <a:defRPr sz="1125" b="0">
                <a:solidFill>
                  <a:srgbClr val="586368"/>
                </a:solidFill>
                <a:latin typeface="Noto Sans KR"/>
                <a:ea typeface="Noto Sans KR"/>
                <a:cs typeface="Noto Sans KR"/>
              </a:defRPr>
            </a:pPr>
            <a:r>
              <a:rPr sz="1125" b="0">
                <a:solidFill>
                  <a:srgbClr val="586368"/>
                </a:solidFill>
                <a:latin typeface="Noto Sans KR"/>
                <a:ea typeface="Noto Sans KR"/>
                <a:cs typeface="Noto Sans KR"/>
              </a:rPr>
              <a:t>냉장고</a:t>
            </a:r>
          </a:p>
        </p:txBody>
      </p:sp>
      <p:sp>
        <p:nvSpPr>
          <p:cNvPr id="13" name="text">
            <a:extLst xmlns:a="http://schemas.openxmlformats.org/drawingml/2006/main">
              <a:ext uri="{FF2B5EF4-FFF2-40B4-BE49-F238E27FC236}">
                <a16:creationId xmlns:a16="http://schemas.microsoft.com/office/drawing/2014/main" id="{105E3AFE-CECF-49BE-BCC8-6F2113DEFED3}"/>
              </a:ext>
            </a:extLst>
          </p:cNvPr>
          <p:cNvSpPr>
            <a:spLocks xmlns:a="http://schemas.openxmlformats.org/drawingml/2006/main" noGrp="1"/>
          </p:cNvSpPr>
          <p:nvPr/>
        </p:nvSpPr>
        <p:spPr>
          <a:xfrm xmlns:a="http://schemas.openxmlformats.org/drawingml/2006/main">
            <a:off x="762000" y="241042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586368"/>
                </a:solidFill>
                <a:latin typeface="Noto Sans KR"/>
                <a:ea typeface="Noto Sans KR"/>
                <a:cs typeface="Noto Sans KR"/>
              </a:defRPr>
            </a:defPPr>
            <a:lvl1pPr algn="r">
              <a:defRPr sz="1125" b="0">
                <a:solidFill>
                  <a:srgbClr val="586368"/>
                </a:solidFill>
                <a:latin typeface="Noto Sans KR"/>
                <a:ea typeface="Noto Sans KR"/>
                <a:cs typeface="Noto Sans KR"/>
              </a:defRPr>
            </a:lvl1pPr>
            <a:lvl2pPr algn="r">
              <a:defRPr sz="1125" b="0">
                <a:solidFill>
                  <a:srgbClr val="586368"/>
                </a:solidFill>
                <a:latin typeface="Noto Sans KR"/>
                <a:ea typeface="Noto Sans KR"/>
                <a:cs typeface="Noto Sans KR"/>
              </a:defRPr>
            </a:lvl2pPr>
            <a:lvl3pPr algn="r">
              <a:defRPr sz="1125" b="0">
                <a:solidFill>
                  <a:srgbClr val="586368"/>
                </a:solidFill>
                <a:latin typeface="Noto Sans KR"/>
                <a:ea typeface="Noto Sans KR"/>
                <a:cs typeface="Noto Sans KR"/>
              </a:defRPr>
            </a:lvl3pPr>
            <a:lvl4pPr algn="r">
              <a:defRPr sz="1125" b="0">
                <a:solidFill>
                  <a:srgbClr val="586368"/>
                </a:solidFill>
                <a:latin typeface="Noto Sans KR"/>
                <a:ea typeface="Noto Sans KR"/>
                <a:cs typeface="Noto Sans KR"/>
              </a:defRPr>
            </a:lvl4pPr>
            <a:lvl5pPr algn="r">
              <a:defRPr sz="1125" b="0">
                <a:solidFill>
                  <a:srgbClr val="586368"/>
                </a:solidFill>
                <a:latin typeface="Noto Sans KR"/>
                <a:ea typeface="Noto Sans KR"/>
                <a:cs typeface="Noto Sans KR"/>
              </a:defRPr>
            </a:lvl5pPr>
            <a:lvl6pPr algn="r">
              <a:defRPr sz="1125" b="0">
                <a:solidFill>
                  <a:srgbClr val="586368"/>
                </a:solidFill>
                <a:latin typeface="Noto Sans KR"/>
                <a:ea typeface="Noto Sans KR"/>
                <a:cs typeface="Noto Sans KR"/>
              </a:defRPr>
            </a:lvl6pPr>
            <a:lvl7pPr algn="r">
              <a:defRPr sz="1125" b="0">
                <a:solidFill>
                  <a:srgbClr val="586368"/>
                </a:solidFill>
                <a:latin typeface="Noto Sans KR"/>
                <a:ea typeface="Noto Sans KR"/>
                <a:cs typeface="Noto Sans KR"/>
              </a:defRPr>
            </a:lvl7pPr>
            <a:lvl8pPr algn="r">
              <a:defRPr sz="1125" b="0">
                <a:solidFill>
                  <a:srgbClr val="586368"/>
                </a:solidFill>
                <a:latin typeface="Noto Sans KR"/>
                <a:ea typeface="Noto Sans KR"/>
                <a:cs typeface="Noto Sans KR"/>
              </a:defRPr>
            </a:lvl8pPr>
            <a:lvl9pPr algn="r">
              <a:defRPr sz="1125" b="0">
                <a:solidFill>
                  <a:srgbClr val="586368"/>
                </a:solidFill>
                <a:latin typeface="Noto Sans KR"/>
                <a:ea typeface="Noto Sans KR"/>
                <a:cs typeface="Noto Sans KR"/>
              </a:defRPr>
            </a:lvl9pPr>
          </a:lstStyle>
          <a:p xmlns:a="http://schemas.openxmlformats.org/drawingml/2006/main">
            <a:pPr algn="r">
              <a:lnSpc>
                <a:spcPct val="118000"/>
              </a:lnSpc>
              <a:buNone/>
              <a:defRPr sz="1125" b="0">
                <a:solidFill>
                  <a:srgbClr val="586368"/>
                </a:solidFill>
                <a:latin typeface="Noto Sans KR"/>
                <a:ea typeface="Noto Sans KR"/>
                <a:cs typeface="Noto Sans KR"/>
              </a:defRPr>
            </a:pPr>
            <a:r>
              <a:rPr sz="1125" b="0">
                <a:solidFill>
                  <a:srgbClr val="586368"/>
                </a:solidFill>
                <a:latin typeface="Noto Sans KR"/>
                <a:ea typeface="Noto Sans KR"/>
                <a:cs typeface="Noto Sans KR"/>
              </a:rPr>
              <a:t>도어락</a:t>
            </a:r>
          </a:p>
        </p:txBody>
      </p:sp>
      <p:sp>
        <p:nvSpPr>
          <p:cNvPr id="14" name="text">
            <a:extLst xmlns:a="http://schemas.openxmlformats.org/drawingml/2006/main">
              <a:ext uri="{FF2B5EF4-FFF2-40B4-BE49-F238E27FC236}">
                <a16:creationId xmlns:a16="http://schemas.microsoft.com/office/drawing/2014/main" id="{EB279F9A-FD5A-4581-8F76-169BC3A0B800}"/>
              </a:ext>
            </a:extLst>
          </p:cNvPr>
          <p:cNvSpPr>
            <a:spLocks xmlns:a="http://schemas.openxmlformats.org/drawingml/2006/main" noGrp="1"/>
          </p:cNvSpPr>
          <p:nvPr/>
        </p:nvSpPr>
        <p:spPr>
          <a:xfrm xmlns:a="http://schemas.openxmlformats.org/drawingml/2006/main">
            <a:off x="762000" y="2614017"/>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586368"/>
                </a:solidFill>
                <a:latin typeface="Noto Sans KR"/>
                <a:ea typeface="Noto Sans KR"/>
                <a:cs typeface="Noto Sans KR"/>
              </a:defRPr>
            </a:defPPr>
            <a:lvl1pPr algn="r">
              <a:defRPr sz="1125" b="0">
                <a:solidFill>
                  <a:srgbClr val="586368"/>
                </a:solidFill>
                <a:latin typeface="Noto Sans KR"/>
                <a:ea typeface="Noto Sans KR"/>
                <a:cs typeface="Noto Sans KR"/>
              </a:defRPr>
            </a:lvl1pPr>
            <a:lvl2pPr algn="r">
              <a:defRPr sz="1125" b="0">
                <a:solidFill>
                  <a:srgbClr val="586368"/>
                </a:solidFill>
                <a:latin typeface="Noto Sans KR"/>
                <a:ea typeface="Noto Sans KR"/>
                <a:cs typeface="Noto Sans KR"/>
              </a:defRPr>
            </a:lvl2pPr>
            <a:lvl3pPr algn="r">
              <a:defRPr sz="1125" b="0">
                <a:solidFill>
                  <a:srgbClr val="586368"/>
                </a:solidFill>
                <a:latin typeface="Noto Sans KR"/>
                <a:ea typeface="Noto Sans KR"/>
                <a:cs typeface="Noto Sans KR"/>
              </a:defRPr>
            </a:lvl3pPr>
            <a:lvl4pPr algn="r">
              <a:defRPr sz="1125" b="0">
                <a:solidFill>
                  <a:srgbClr val="586368"/>
                </a:solidFill>
                <a:latin typeface="Noto Sans KR"/>
                <a:ea typeface="Noto Sans KR"/>
                <a:cs typeface="Noto Sans KR"/>
              </a:defRPr>
            </a:lvl4pPr>
            <a:lvl5pPr algn="r">
              <a:defRPr sz="1125" b="0">
                <a:solidFill>
                  <a:srgbClr val="586368"/>
                </a:solidFill>
                <a:latin typeface="Noto Sans KR"/>
                <a:ea typeface="Noto Sans KR"/>
                <a:cs typeface="Noto Sans KR"/>
              </a:defRPr>
            </a:lvl5pPr>
            <a:lvl6pPr algn="r">
              <a:defRPr sz="1125" b="0">
                <a:solidFill>
                  <a:srgbClr val="586368"/>
                </a:solidFill>
                <a:latin typeface="Noto Sans KR"/>
                <a:ea typeface="Noto Sans KR"/>
                <a:cs typeface="Noto Sans KR"/>
              </a:defRPr>
            </a:lvl6pPr>
            <a:lvl7pPr algn="r">
              <a:defRPr sz="1125" b="0">
                <a:solidFill>
                  <a:srgbClr val="586368"/>
                </a:solidFill>
                <a:latin typeface="Noto Sans KR"/>
                <a:ea typeface="Noto Sans KR"/>
                <a:cs typeface="Noto Sans KR"/>
              </a:defRPr>
            </a:lvl7pPr>
            <a:lvl8pPr algn="r">
              <a:defRPr sz="1125" b="0">
                <a:solidFill>
                  <a:srgbClr val="586368"/>
                </a:solidFill>
                <a:latin typeface="Noto Sans KR"/>
                <a:ea typeface="Noto Sans KR"/>
                <a:cs typeface="Noto Sans KR"/>
              </a:defRPr>
            </a:lvl8pPr>
            <a:lvl9pPr algn="r">
              <a:defRPr sz="1125" b="0">
                <a:solidFill>
                  <a:srgbClr val="586368"/>
                </a:solidFill>
                <a:latin typeface="Noto Sans KR"/>
                <a:ea typeface="Noto Sans KR"/>
                <a:cs typeface="Noto Sans KR"/>
              </a:defRPr>
            </a:lvl9pPr>
          </a:lstStyle>
          <a:p xmlns:a="http://schemas.openxmlformats.org/drawingml/2006/main">
            <a:pPr algn="r">
              <a:lnSpc>
                <a:spcPct val="118000"/>
              </a:lnSpc>
              <a:buNone/>
              <a:defRPr sz="1125" b="0">
                <a:solidFill>
                  <a:srgbClr val="586368"/>
                </a:solidFill>
                <a:latin typeface="Noto Sans KR"/>
                <a:ea typeface="Noto Sans KR"/>
                <a:cs typeface="Noto Sans KR"/>
              </a:defRPr>
            </a:pPr>
            <a:r>
              <a:rPr sz="1125" b="0">
                <a:solidFill>
                  <a:srgbClr val="586368"/>
                </a:solidFill>
                <a:latin typeface="Noto Sans KR"/>
                <a:ea typeface="Noto Sans KR"/>
                <a:cs typeface="Noto Sans KR"/>
              </a:rPr>
              <a:t>전자레인지</a:t>
            </a:r>
          </a:p>
        </p:txBody>
      </p:sp>
      <p:sp>
        <p:nvSpPr>
          <p:cNvPr id="15" name="text">
            <a:extLst xmlns:a="http://schemas.openxmlformats.org/drawingml/2006/main">
              <a:ext uri="{FF2B5EF4-FFF2-40B4-BE49-F238E27FC236}">
                <a16:creationId xmlns:a16="http://schemas.microsoft.com/office/drawing/2014/main" id="{E60175E0-D7E1-474E-A338-01D35B8CA856}"/>
              </a:ext>
            </a:extLst>
          </p:cNvPr>
          <p:cNvSpPr>
            <a:spLocks xmlns:a="http://schemas.openxmlformats.org/drawingml/2006/main" noGrp="1"/>
          </p:cNvSpPr>
          <p:nvPr/>
        </p:nvSpPr>
        <p:spPr>
          <a:xfrm xmlns:a="http://schemas.openxmlformats.org/drawingml/2006/main">
            <a:off x="762000" y="2817614"/>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586368"/>
                </a:solidFill>
                <a:latin typeface="Noto Sans KR"/>
                <a:ea typeface="Noto Sans KR"/>
                <a:cs typeface="Noto Sans KR"/>
              </a:defRPr>
            </a:defPPr>
            <a:lvl1pPr algn="r">
              <a:defRPr sz="1125" b="0">
                <a:solidFill>
                  <a:srgbClr val="586368"/>
                </a:solidFill>
                <a:latin typeface="Noto Sans KR"/>
                <a:ea typeface="Noto Sans KR"/>
                <a:cs typeface="Noto Sans KR"/>
              </a:defRPr>
            </a:lvl1pPr>
            <a:lvl2pPr algn="r">
              <a:defRPr sz="1125" b="0">
                <a:solidFill>
                  <a:srgbClr val="586368"/>
                </a:solidFill>
                <a:latin typeface="Noto Sans KR"/>
                <a:ea typeface="Noto Sans KR"/>
                <a:cs typeface="Noto Sans KR"/>
              </a:defRPr>
            </a:lvl2pPr>
            <a:lvl3pPr algn="r">
              <a:defRPr sz="1125" b="0">
                <a:solidFill>
                  <a:srgbClr val="586368"/>
                </a:solidFill>
                <a:latin typeface="Noto Sans KR"/>
                <a:ea typeface="Noto Sans KR"/>
                <a:cs typeface="Noto Sans KR"/>
              </a:defRPr>
            </a:lvl3pPr>
            <a:lvl4pPr algn="r">
              <a:defRPr sz="1125" b="0">
                <a:solidFill>
                  <a:srgbClr val="586368"/>
                </a:solidFill>
                <a:latin typeface="Noto Sans KR"/>
                <a:ea typeface="Noto Sans KR"/>
                <a:cs typeface="Noto Sans KR"/>
              </a:defRPr>
            </a:lvl4pPr>
            <a:lvl5pPr algn="r">
              <a:defRPr sz="1125" b="0">
                <a:solidFill>
                  <a:srgbClr val="586368"/>
                </a:solidFill>
                <a:latin typeface="Noto Sans KR"/>
                <a:ea typeface="Noto Sans KR"/>
                <a:cs typeface="Noto Sans KR"/>
              </a:defRPr>
            </a:lvl5pPr>
            <a:lvl6pPr algn="r">
              <a:defRPr sz="1125" b="0">
                <a:solidFill>
                  <a:srgbClr val="586368"/>
                </a:solidFill>
                <a:latin typeface="Noto Sans KR"/>
                <a:ea typeface="Noto Sans KR"/>
                <a:cs typeface="Noto Sans KR"/>
              </a:defRPr>
            </a:lvl6pPr>
            <a:lvl7pPr algn="r">
              <a:defRPr sz="1125" b="0">
                <a:solidFill>
                  <a:srgbClr val="586368"/>
                </a:solidFill>
                <a:latin typeface="Noto Sans KR"/>
                <a:ea typeface="Noto Sans KR"/>
                <a:cs typeface="Noto Sans KR"/>
              </a:defRPr>
            </a:lvl7pPr>
            <a:lvl8pPr algn="r">
              <a:defRPr sz="1125" b="0">
                <a:solidFill>
                  <a:srgbClr val="586368"/>
                </a:solidFill>
                <a:latin typeface="Noto Sans KR"/>
                <a:ea typeface="Noto Sans KR"/>
                <a:cs typeface="Noto Sans KR"/>
              </a:defRPr>
            </a:lvl8pPr>
            <a:lvl9pPr algn="r">
              <a:defRPr sz="1125" b="0">
                <a:solidFill>
                  <a:srgbClr val="586368"/>
                </a:solidFill>
                <a:latin typeface="Noto Sans KR"/>
                <a:ea typeface="Noto Sans KR"/>
                <a:cs typeface="Noto Sans KR"/>
              </a:defRPr>
            </a:lvl9pPr>
          </a:lstStyle>
          <a:p xmlns:a="http://schemas.openxmlformats.org/drawingml/2006/main">
            <a:pPr algn="r">
              <a:lnSpc>
                <a:spcPct val="118000"/>
              </a:lnSpc>
              <a:buNone/>
              <a:defRPr sz="1125" b="0">
                <a:solidFill>
                  <a:srgbClr val="586368"/>
                </a:solidFill>
                <a:latin typeface="Noto Sans KR"/>
                <a:ea typeface="Noto Sans KR"/>
                <a:cs typeface="Noto Sans KR"/>
              </a:defRPr>
            </a:pPr>
            <a:r>
              <a:rPr sz="1125" b="0">
                <a:solidFill>
                  <a:srgbClr val="586368"/>
                </a:solidFill>
                <a:latin typeface="Noto Sans KR"/>
                <a:ea typeface="Noto Sans KR"/>
                <a:cs typeface="Noto Sans KR"/>
              </a:rPr>
              <a:t>세탁기</a:t>
            </a:r>
          </a:p>
        </p:txBody>
      </p:sp>
      <p:sp>
        <p:nvSpPr>
          <p:cNvPr id="16" name="text">
            <a:extLst xmlns:a="http://schemas.openxmlformats.org/drawingml/2006/main">
              <a:ext uri="{FF2B5EF4-FFF2-40B4-BE49-F238E27FC236}">
                <a16:creationId xmlns:a16="http://schemas.microsoft.com/office/drawing/2014/main" id="{6492368D-1D4A-4123-9FD2-EC7D94347540}"/>
              </a:ext>
            </a:extLst>
          </p:cNvPr>
          <p:cNvSpPr>
            <a:spLocks xmlns:a="http://schemas.openxmlformats.org/drawingml/2006/main" noGrp="1"/>
          </p:cNvSpPr>
          <p:nvPr/>
        </p:nvSpPr>
        <p:spPr>
          <a:xfrm xmlns:a="http://schemas.openxmlformats.org/drawingml/2006/main">
            <a:off x="762000" y="3021211"/>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586368"/>
                </a:solidFill>
                <a:latin typeface="Noto Sans KR"/>
                <a:ea typeface="Noto Sans KR"/>
                <a:cs typeface="Noto Sans KR"/>
              </a:defRPr>
            </a:defPPr>
            <a:lvl1pPr algn="r">
              <a:defRPr sz="1125" b="0">
                <a:solidFill>
                  <a:srgbClr val="586368"/>
                </a:solidFill>
                <a:latin typeface="Noto Sans KR"/>
                <a:ea typeface="Noto Sans KR"/>
                <a:cs typeface="Noto Sans KR"/>
              </a:defRPr>
            </a:lvl1pPr>
            <a:lvl2pPr algn="r">
              <a:defRPr sz="1125" b="0">
                <a:solidFill>
                  <a:srgbClr val="586368"/>
                </a:solidFill>
                <a:latin typeface="Noto Sans KR"/>
                <a:ea typeface="Noto Sans KR"/>
                <a:cs typeface="Noto Sans KR"/>
              </a:defRPr>
            </a:lvl2pPr>
            <a:lvl3pPr algn="r">
              <a:defRPr sz="1125" b="0">
                <a:solidFill>
                  <a:srgbClr val="586368"/>
                </a:solidFill>
                <a:latin typeface="Noto Sans KR"/>
                <a:ea typeface="Noto Sans KR"/>
                <a:cs typeface="Noto Sans KR"/>
              </a:defRPr>
            </a:lvl3pPr>
            <a:lvl4pPr algn="r">
              <a:defRPr sz="1125" b="0">
                <a:solidFill>
                  <a:srgbClr val="586368"/>
                </a:solidFill>
                <a:latin typeface="Noto Sans KR"/>
                <a:ea typeface="Noto Sans KR"/>
                <a:cs typeface="Noto Sans KR"/>
              </a:defRPr>
            </a:lvl4pPr>
            <a:lvl5pPr algn="r">
              <a:defRPr sz="1125" b="0">
                <a:solidFill>
                  <a:srgbClr val="586368"/>
                </a:solidFill>
                <a:latin typeface="Noto Sans KR"/>
                <a:ea typeface="Noto Sans KR"/>
                <a:cs typeface="Noto Sans KR"/>
              </a:defRPr>
            </a:lvl5pPr>
            <a:lvl6pPr algn="r">
              <a:defRPr sz="1125" b="0">
                <a:solidFill>
                  <a:srgbClr val="586368"/>
                </a:solidFill>
                <a:latin typeface="Noto Sans KR"/>
                <a:ea typeface="Noto Sans KR"/>
                <a:cs typeface="Noto Sans KR"/>
              </a:defRPr>
            </a:lvl6pPr>
            <a:lvl7pPr algn="r">
              <a:defRPr sz="1125" b="0">
                <a:solidFill>
                  <a:srgbClr val="586368"/>
                </a:solidFill>
                <a:latin typeface="Noto Sans KR"/>
                <a:ea typeface="Noto Sans KR"/>
                <a:cs typeface="Noto Sans KR"/>
              </a:defRPr>
            </a:lvl7pPr>
            <a:lvl8pPr algn="r">
              <a:defRPr sz="1125" b="0">
                <a:solidFill>
                  <a:srgbClr val="586368"/>
                </a:solidFill>
                <a:latin typeface="Noto Sans KR"/>
                <a:ea typeface="Noto Sans KR"/>
                <a:cs typeface="Noto Sans KR"/>
              </a:defRPr>
            </a:lvl8pPr>
            <a:lvl9pPr algn="r">
              <a:defRPr sz="1125" b="0">
                <a:solidFill>
                  <a:srgbClr val="586368"/>
                </a:solidFill>
                <a:latin typeface="Noto Sans KR"/>
                <a:ea typeface="Noto Sans KR"/>
                <a:cs typeface="Noto Sans KR"/>
              </a:defRPr>
            </a:lvl9pPr>
          </a:lstStyle>
          <a:p xmlns:a="http://schemas.openxmlformats.org/drawingml/2006/main">
            <a:pPr algn="r">
              <a:lnSpc>
                <a:spcPct val="118000"/>
              </a:lnSpc>
              <a:buNone/>
              <a:defRPr sz="1125" b="0">
                <a:solidFill>
                  <a:srgbClr val="586368"/>
                </a:solidFill>
                <a:latin typeface="Noto Sans KR"/>
                <a:ea typeface="Noto Sans KR"/>
                <a:cs typeface="Noto Sans KR"/>
              </a:defRPr>
            </a:pPr>
            <a:r>
              <a:rPr sz="1125" b="0">
                <a:solidFill>
                  <a:srgbClr val="586368"/>
                </a:solidFill>
                <a:latin typeface="Noto Sans KR"/>
                <a:ea typeface="Noto Sans KR"/>
                <a:cs typeface="Noto Sans KR"/>
              </a:rPr>
              <a:t>건조기</a:t>
            </a:r>
          </a:p>
        </p:txBody>
      </p:sp>
      <p:sp>
        <p:nvSpPr>
          <p:cNvPr id="17" name="text">
            <a:extLst xmlns:a="http://schemas.openxmlformats.org/drawingml/2006/main">
              <a:ext uri="{FF2B5EF4-FFF2-40B4-BE49-F238E27FC236}">
                <a16:creationId xmlns:a16="http://schemas.microsoft.com/office/drawing/2014/main" id="{47DD3523-4F93-4AB2-9B69-1A5497E610B1}"/>
              </a:ext>
            </a:extLst>
          </p:cNvPr>
          <p:cNvSpPr>
            <a:spLocks xmlns:a="http://schemas.openxmlformats.org/drawingml/2006/main" noGrp="1"/>
          </p:cNvSpPr>
          <p:nvPr/>
        </p:nvSpPr>
        <p:spPr>
          <a:xfrm xmlns:a="http://schemas.openxmlformats.org/drawingml/2006/main">
            <a:off x="762000" y="3224808"/>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586368"/>
                </a:solidFill>
                <a:latin typeface="Noto Sans KR"/>
                <a:ea typeface="Noto Sans KR"/>
                <a:cs typeface="Noto Sans KR"/>
              </a:defRPr>
            </a:defPPr>
            <a:lvl1pPr algn="r">
              <a:defRPr sz="1125" b="0">
                <a:solidFill>
                  <a:srgbClr val="586368"/>
                </a:solidFill>
                <a:latin typeface="Noto Sans KR"/>
                <a:ea typeface="Noto Sans KR"/>
                <a:cs typeface="Noto Sans KR"/>
              </a:defRPr>
            </a:lvl1pPr>
            <a:lvl2pPr algn="r">
              <a:defRPr sz="1125" b="0">
                <a:solidFill>
                  <a:srgbClr val="586368"/>
                </a:solidFill>
                <a:latin typeface="Noto Sans KR"/>
                <a:ea typeface="Noto Sans KR"/>
                <a:cs typeface="Noto Sans KR"/>
              </a:defRPr>
            </a:lvl2pPr>
            <a:lvl3pPr algn="r">
              <a:defRPr sz="1125" b="0">
                <a:solidFill>
                  <a:srgbClr val="586368"/>
                </a:solidFill>
                <a:latin typeface="Noto Sans KR"/>
                <a:ea typeface="Noto Sans KR"/>
                <a:cs typeface="Noto Sans KR"/>
              </a:defRPr>
            </a:lvl3pPr>
            <a:lvl4pPr algn="r">
              <a:defRPr sz="1125" b="0">
                <a:solidFill>
                  <a:srgbClr val="586368"/>
                </a:solidFill>
                <a:latin typeface="Noto Sans KR"/>
                <a:ea typeface="Noto Sans KR"/>
                <a:cs typeface="Noto Sans KR"/>
              </a:defRPr>
            </a:lvl4pPr>
            <a:lvl5pPr algn="r">
              <a:defRPr sz="1125" b="0">
                <a:solidFill>
                  <a:srgbClr val="586368"/>
                </a:solidFill>
                <a:latin typeface="Noto Sans KR"/>
                <a:ea typeface="Noto Sans KR"/>
                <a:cs typeface="Noto Sans KR"/>
              </a:defRPr>
            </a:lvl5pPr>
            <a:lvl6pPr algn="r">
              <a:defRPr sz="1125" b="0">
                <a:solidFill>
                  <a:srgbClr val="586368"/>
                </a:solidFill>
                <a:latin typeface="Noto Sans KR"/>
                <a:ea typeface="Noto Sans KR"/>
                <a:cs typeface="Noto Sans KR"/>
              </a:defRPr>
            </a:lvl6pPr>
            <a:lvl7pPr algn="r">
              <a:defRPr sz="1125" b="0">
                <a:solidFill>
                  <a:srgbClr val="586368"/>
                </a:solidFill>
                <a:latin typeface="Noto Sans KR"/>
                <a:ea typeface="Noto Sans KR"/>
                <a:cs typeface="Noto Sans KR"/>
              </a:defRPr>
            </a:lvl7pPr>
            <a:lvl8pPr algn="r">
              <a:defRPr sz="1125" b="0">
                <a:solidFill>
                  <a:srgbClr val="586368"/>
                </a:solidFill>
                <a:latin typeface="Noto Sans KR"/>
                <a:ea typeface="Noto Sans KR"/>
                <a:cs typeface="Noto Sans KR"/>
              </a:defRPr>
            </a:lvl8pPr>
            <a:lvl9pPr algn="r">
              <a:defRPr sz="1125" b="0">
                <a:solidFill>
                  <a:srgbClr val="586368"/>
                </a:solidFill>
                <a:latin typeface="Noto Sans KR"/>
                <a:ea typeface="Noto Sans KR"/>
                <a:cs typeface="Noto Sans KR"/>
              </a:defRPr>
            </a:lvl9pPr>
          </a:lstStyle>
          <a:p xmlns:a="http://schemas.openxmlformats.org/drawingml/2006/main">
            <a:pPr algn="r">
              <a:lnSpc>
                <a:spcPct val="118000"/>
              </a:lnSpc>
              <a:buNone/>
              <a:defRPr sz="1125" b="0">
                <a:solidFill>
                  <a:srgbClr val="586368"/>
                </a:solidFill>
                <a:latin typeface="Noto Sans KR"/>
                <a:ea typeface="Noto Sans KR"/>
                <a:cs typeface="Noto Sans KR"/>
              </a:defRPr>
            </a:pPr>
            <a:r>
              <a:rPr sz="1125" b="0">
                <a:solidFill>
                  <a:srgbClr val="586368"/>
                </a:solidFill>
                <a:latin typeface="Noto Sans KR"/>
                <a:ea typeface="Noto Sans KR"/>
                <a:cs typeface="Noto Sans KR"/>
              </a:rPr>
              <a:t>공기청정기</a:t>
            </a:r>
          </a:p>
        </p:txBody>
      </p:sp>
      <p:sp>
        <p:nvSpPr>
          <p:cNvPr id="18" name="text">
            <a:extLst xmlns:a="http://schemas.openxmlformats.org/drawingml/2006/main">
              <a:ext uri="{FF2B5EF4-FFF2-40B4-BE49-F238E27FC236}">
                <a16:creationId xmlns:a16="http://schemas.microsoft.com/office/drawing/2014/main" id="{A166F9CE-3C1C-4D1F-9E88-21B2361DDEC1}"/>
              </a:ext>
            </a:extLst>
          </p:cNvPr>
          <p:cNvSpPr>
            <a:spLocks xmlns:a="http://schemas.openxmlformats.org/drawingml/2006/main" noGrp="1"/>
          </p:cNvSpPr>
          <p:nvPr/>
        </p:nvSpPr>
        <p:spPr>
          <a:xfrm xmlns:a="http://schemas.openxmlformats.org/drawingml/2006/main">
            <a:off x="762000" y="342840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586368"/>
                </a:solidFill>
                <a:latin typeface="Noto Sans KR"/>
                <a:ea typeface="Noto Sans KR"/>
                <a:cs typeface="Noto Sans KR"/>
              </a:defRPr>
            </a:defPPr>
            <a:lvl1pPr algn="r">
              <a:defRPr sz="1125" b="0">
                <a:solidFill>
                  <a:srgbClr val="586368"/>
                </a:solidFill>
                <a:latin typeface="Noto Sans KR"/>
                <a:ea typeface="Noto Sans KR"/>
                <a:cs typeface="Noto Sans KR"/>
              </a:defRPr>
            </a:lvl1pPr>
            <a:lvl2pPr algn="r">
              <a:defRPr sz="1125" b="0">
                <a:solidFill>
                  <a:srgbClr val="586368"/>
                </a:solidFill>
                <a:latin typeface="Noto Sans KR"/>
                <a:ea typeface="Noto Sans KR"/>
                <a:cs typeface="Noto Sans KR"/>
              </a:defRPr>
            </a:lvl2pPr>
            <a:lvl3pPr algn="r">
              <a:defRPr sz="1125" b="0">
                <a:solidFill>
                  <a:srgbClr val="586368"/>
                </a:solidFill>
                <a:latin typeface="Noto Sans KR"/>
                <a:ea typeface="Noto Sans KR"/>
                <a:cs typeface="Noto Sans KR"/>
              </a:defRPr>
            </a:lvl3pPr>
            <a:lvl4pPr algn="r">
              <a:defRPr sz="1125" b="0">
                <a:solidFill>
                  <a:srgbClr val="586368"/>
                </a:solidFill>
                <a:latin typeface="Noto Sans KR"/>
                <a:ea typeface="Noto Sans KR"/>
                <a:cs typeface="Noto Sans KR"/>
              </a:defRPr>
            </a:lvl4pPr>
            <a:lvl5pPr algn="r">
              <a:defRPr sz="1125" b="0">
                <a:solidFill>
                  <a:srgbClr val="586368"/>
                </a:solidFill>
                <a:latin typeface="Noto Sans KR"/>
                <a:ea typeface="Noto Sans KR"/>
                <a:cs typeface="Noto Sans KR"/>
              </a:defRPr>
            </a:lvl5pPr>
            <a:lvl6pPr algn="r">
              <a:defRPr sz="1125" b="0">
                <a:solidFill>
                  <a:srgbClr val="586368"/>
                </a:solidFill>
                <a:latin typeface="Noto Sans KR"/>
                <a:ea typeface="Noto Sans KR"/>
                <a:cs typeface="Noto Sans KR"/>
              </a:defRPr>
            </a:lvl6pPr>
            <a:lvl7pPr algn="r">
              <a:defRPr sz="1125" b="0">
                <a:solidFill>
                  <a:srgbClr val="586368"/>
                </a:solidFill>
                <a:latin typeface="Noto Sans KR"/>
                <a:ea typeface="Noto Sans KR"/>
                <a:cs typeface="Noto Sans KR"/>
              </a:defRPr>
            </a:lvl7pPr>
            <a:lvl8pPr algn="r">
              <a:defRPr sz="1125" b="0">
                <a:solidFill>
                  <a:srgbClr val="586368"/>
                </a:solidFill>
                <a:latin typeface="Noto Sans KR"/>
                <a:ea typeface="Noto Sans KR"/>
                <a:cs typeface="Noto Sans KR"/>
              </a:defRPr>
            </a:lvl8pPr>
            <a:lvl9pPr algn="r">
              <a:defRPr sz="1125" b="0">
                <a:solidFill>
                  <a:srgbClr val="586368"/>
                </a:solidFill>
                <a:latin typeface="Noto Sans KR"/>
                <a:ea typeface="Noto Sans KR"/>
                <a:cs typeface="Noto Sans KR"/>
              </a:defRPr>
            </a:lvl9pPr>
          </a:lstStyle>
          <a:p xmlns:a="http://schemas.openxmlformats.org/drawingml/2006/main">
            <a:pPr algn="r">
              <a:lnSpc>
                <a:spcPct val="118000"/>
              </a:lnSpc>
              <a:buNone/>
              <a:defRPr sz="1125" b="0">
                <a:solidFill>
                  <a:srgbClr val="586368"/>
                </a:solidFill>
                <a:latin typeface="Noto Sans KR"/>
                <a:ea typeface="Noto Sans KR"/>
                <a:cs typeface="Noto Sans KR"/>
              </a:defRPr>
            </a:pPr>
            <a:r>
              <a:rPr sz="1125" b="0">
                <a:solidFill>
                  <a:srgbClr val="586368"/>
                </a:solidFill>
                <a:latin typeface="Noto Sans KR"/>
                <a:ea typeface="Noto Sans KR"/>
                <a:cs typeface="Noto Sans KR"/>
              </a:rPr>
              <a:t>에어컨</a:t>
            </a:r>
          </a:p>
        </p:txBody>
      </p:sp>
      <p:sp>
        <p:nvSpPr>
          <p:cNvPr id="19" name="text">
            <a:extLst xmlns:a="http://schemas.openxmlformats.org/drawingml/2006/main">
              <a:ext uri="{FF2B5EF4-FFF2-40B4-BE49-F238E27FC236}">
                <a16:creationId xmlns:a16="http://schemas.microsoft.com/office/drawing/2014/main" id="{F42E3A10-B13F-43E6-8038-57E2F9FDBB78}"/>
              </a:ext>
            </a:extLst>
          </p:cNvPr>
          <p:cNvSpPr>
            <a:spLocks xmlns:a="http://schemas.openxmlformats.org/drawingml/2006/main" noGrp="1"/>
          </p:cNvSpPr>
          <p:nvPr/>
        </p:nvSpPr>
        <p:spPr>
          <a:xfrm xmlns:a="http://schemas.openxmlformats.org/drawingml/2006/main">
            <a:off x="762000" y="3632002"/>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586368"/>
                </a:solidFill>
                <a:latin typeface="Noto Sans KR"/>
                <a:ea typeface="Noto Sans KR"/>
                <a:cs typeface="Noto Sans KR"/>
              </a:defRPr>
            </a:defPPr>
            <a:lvl1pPr algn="r">
              <a:defRPr sz="1125" b="0">
                <a:solidFill>
                  <a:srgbClr val="586368"/>
                </a:solidFill>
                <a:latin typeface="Noto Sans KR"/>
                <a:ea typeface="Noto Sans KR"/>
                <a:cs typeface="Noto Sans KR"/>
              </a:defRPr>
            </a:lvl1pPr>
            <a:lvl2pPr algn="r">
              <a:defRPr sz="1125" b="0">
                <a:solidFill>
                  <a:srgbClr val="586368"/>
                </a:solidFill>
                <a:latin typeface="Noto Sans KR"/>
                <a:ea typeface="Noto Sans KR"/>
                <a:cs typeface="Noto Sans KR"/>
              </a:defRPr>
            </a:lvl2pPr>
            <a:lvl3pPr algn="r">
              <a:defRPr sz="1125" b="0">
                <a:solidFill>
                  <a:srgbClr val="586368"/>
                </a:solidFill>
                <a:latin typeface="Noto Sans KR"/>
                <a:ea typeface="Noto Sans KR"/>
                <a:cs typeface="Noto Sans KR"/>
              </a:defRPr>
            </a:lvl3pPr>
            <a:lvl4pPr algn="r">
              <a:defRPr sz="1125" b="0">
                <a:solidFill>
                  <a:srgbClr val="586368"/>
                </a:solidFill>
                <a:latin typeface="Noto Sans KR"/>
                <a:ea typeface="Noto Sans KR"/>
                <a:cs typeface="Noto Sans KR"/>
              </a:defRPr>
            </a:lvl4pPr>
            <a:lvl5pPr algn="r">
              <a:defRPr sz="1125" b="0">
                <a:solidFill>
                  <a:srgbClr val="586368"/>
                </a:solidFill>
                <a:latin typeface="Noto Sans KR"/>
                <a:ea typeface="Noto Sans KR"/>
                <a:cs typeface="Noto Sans KR"/>
              </a:defRPr>
            </a:lvl5pPr>
            <a:lvl6pPr algn="r">
              <a:defRPr sz="1125" b="0">
                <a:solidFill>
                  <a:srgbClr val="586368"/>
                </a:solidFill>
                <a:latin typeface="Noto Sans KR"/>
                <a:ea typeface="Noto Sans KR"/>
                <a:cs typeface="Noto Sans KR"/>
              </a:defRPr>
            </a:lvl6pPr>
            <a:lvl7pPr algn="r">
              <a:defRPr sz="1125" b="0">
                <a:solidFill>
                  <a:srgbClr val="586368"/>
                </a:solidFill>
                <a:latin typeface="Noto Sans KR"/>
                <a:ea typeface="Noto Sans KR"/>
                <a:cs typeface="Noto Sans KR"/>
              </a:defRPr>
            </a:lvl7pPr>
            <a:lvl8pPr algn="r">
              <a:defRPr sz="1125" b="0">
                <a:solidFill>
                  <a:srgbClr val="586368"/>
                </a:solidFill>
                <a:latin typeface="Noto Sans KR"/>
                <a:ea typeface="Noto Sans KR"/>
                <a:cs typeface="Noto Sans KR"/>
              </a:defRPr>
            </a:lvl8pPr>
            <a:lvl9pPr algn="r">
              <a:defRPr sz="1125" b="0">
                <a:solidFill>
                  <a:srgbClr val="586368"/>
                </a:solidFill>
                <a:latin typeface="Noto Sans KR"/>
                <a:ea typeface="Noto Sans KR"/>
                <a:cs typeface="Noto Sans KR"/>
              </a:defRPr>
            </a:lvl9pPr>
          </a:lstStyle>
          <a:p xmlns:a="http://schemas.openxmlformats.org/drawingml/2006/main">
            <a:pPr algn="r">
              <a:lnSpc>
                <a:spcPct val="118000"/>
              </a:lnSpc>
              <a:buNone/>
              <a:defRPr sz="1125" b="0">
                <a:solidFill>
                  <a:srgbClr val="586368"/>
                </a:solidFill>
                <a:latin typeface="Noto Sans KR"/>
                <a:ea typeface="Noto Sans KR"/>
                <a:cs typeface="Noto Sans KR"/>
              </a:defRPr>
            </a:pPr>
            <a:r>
              <a:rPr sz="1125" b="0">
                <a:solidFill>
                  <a:srgbClr val="586368"/>
                </a:solidFill>
                <a:latin typeface="Noto Sans KR"/>
                <a:ea typeface="Noto Sans KR"/>
                <a:cs typeface="Noto Sans KR"/>
              </a:rPr>
              <a:t>식기세척기</a:t>
            </a:r>
          </a:p>
        </p:txBody>
      </p:sp>
      <p:sp>
        <p:nvSpPr>
          <p:cNvPr id="20" name="text">
            <a:extLst xmlns:a="http://schemas.openxmlformats.org/drawingml/2006/main">
              <a:ext uri="{FF2B5EF4-FFF2-40B4-BE49-F238E27FC236}">
                <a16:creationId xmlns:a16="http://schemas.microsoft.com/office/drawing/2014/main" id="{BF615A80-F89B-409F-A262-E83D1DA0064A}"/>
              </a:ext>
            </a:extLst>
          </p:cNvPr>
          <p:cNvSpPr>
            <a:spLocks xmlns:a="http://schemas.openxmlformats.org/drawingml/2006/main" noGrp="1"/>
          </p:cNvSpPr>
          <p:nvPr/>
        </p:nvSpPr>
        <p:spPr>
          <a:xfrm xmlns:a="http://schemas.openxmlformats.org/drawingml/2006/main">
            <a:off x="1704975" y="3914775"/>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6368"/>
                </a:solidFill>
                <a:latin typeface="Noto Sans KR"/>
                <a:ea typeface="Noto Sans KR"/>
                <a:cs typeface="Noto Sans KR"/>
              </a:defRPr>
            </a:defPPr>
            <a:lvl1pPr algn="l">
              <a:defRPr sz="975" b="0">
                <a:solidFill>
                  <a:srgbClr val="586368"/>
                </a:solidFill>
                <a:latin typeface="Noto Sans KR"/>
                <a:ea typeface="Noto Sans KR"/>
                <a:cs typeface="Noto Sans KR"/>
              </a:defRPr>
            </a:lvl1pPr>
            <a:lvl2pPr algn="l">
              <a:defRPr sz="975" b="0">
                <a:solidFill>
                  <a:srgbClr val="586368"/>
                </a:solidFill>
                <a:latin typeface="Noto Sans KR"/>
                <a:ea typeface="Noto Sans KR"/>
                <a:cs typeface="Noto Sans KR"/>
              </a:defRPr>
            </a:lvl2pPr>
            <a:lvl3pPr algn="l">
              <a:defRPr sz="975" b="0">
                <a:solidFill>
                  <a:srgbClr val="586368"/>
                </a:solidFill>
                <a:latin typeface="Noto Sans KR"/>
                <a:ea typeface="Noto Sans KR"/>
                <a:cs typeface="Noto Sans KR"/>
              </a:defRPr>
            </a:lvl3pPr>
            <a:lvl4pPr algn="l">
              <a:defRPr sz="975" b="0">
                <a:solidFill>
                  <a:srgbClr val="586368"/>
                </a:solidFill>
                <a:latin typeface="Noto Sans KR"/>
                <a:ea typeface="Noto Sans KR"/>
                <a:cs typeface="Noto Sans KR"/>
              </a:defRPr>
            </a:lvl4pPr>
            <a:lvl5pPr algn="l">
              <a:defRPr sz="975" b="0">
                <a:solidFill>
                  <a:srgbClr val="586368"/>
                </a:solidFill>
                <a:latin typeface="Noto Sans KR"/>
                <a:ea typeface="Noto Sans KR"/>
                <a:cs typeface="Noto Sans KR"/>
              </a:defRPr>
            </a:lvl5pPr>
            <a:lvl6pPr algn="l">
              <a:defRPr sz="975" b="0">
                <a:solidFill>
                  <a:srgbClr val="586368"/>
                </a:solidFill>
                <a:latin typeface="Noto Sans KR"/>
                <a:ea typeface="Noto Sans KR"/>
                <a:cs typeface="Noto Sans KR"/>
              </a:defRPr>
            </a:lvl6pPr>
            <a:lvl7pPr algn="l">
              <a:defRPr sz="975" b="0">
                <a:solidFill>
                  <a:srgbClr val="586368"/>
                </a:solidFill>
                <a:latin typeface="Noto Sans KR"/>
                <a:ea typeface="Noto Sans KR"/>
                <a:cs typeface="Noto Sans KR"/>
              </a:defRPr>
            </a:lvl7pPr>
            <a:lvl8pPr algn="l">
              <a:defRPr sz="975" b="0">
                <a:solidFill>
                  <a:srgbClr val="586368"/>
                </a:solidFill>
                <a:latin typeface="Noto Sans KR"/>
                <a:ea typeface="Noto Sans KR"/>
                <a:cs typeface="Noto Sans KR"/>
              </a:defRPr>
            </a:lvl8pPr>
            <a:lvl9pPr algn="l">
              <a:defRPr sz="975" b="0">
                <a:solidFill>
                  <a:srgbClr val="586368"/>
                </a:solidFill>
                <a:latin typeface="Noto Sans KR"/>
                <a:ea typeface="Noto Sans KR"/>
                <a:cs typeface="Noto Sans KR"/>
              </a:defRPr>
            </a:lvl9pPr>
          </a:lstStyle>
          <a:p xmlns:a="http://schemas.openxmlformats.org/drawingml/2006/main">
            <a:pPr algn="l">
              <a:lnSpc>
                <a:spcPct val="118000"/>
              </a:lnSpc>
              <a:buNone/>
              <a:defRPr sz="975" b="0">
                <a:solidFill>
                  <a:srgbClr val="586368"/>
                </a:solidFill>
                <a:latin typeface="Noto Sans KR"/>
                <a:ea typeface="Noto Sans KR"/>
                <a:cs typeface="Noto Sans KR"/>
              </a:defRPr>
            </a:pPr>
            <a:r>
              <a:rPr sz="975" b="0">
                <a:solidFill>
                  <a:srgbClr val="586368"/>
                </a:solidFill>
                <a:latin typeface="Noto Sans KR"/>
                <a:ea typeface="Noto Sans KR"/>
                <a:cs typeface="Noto Sans KR"/>
              </a:rPr>
              <a:t>1일차 00시</a:t>
            </a:r>
          </a:p>
        </p:txBody>
      </p:sp>
      <p:sp>
        <p:nvSpPr>
          <p:cNvPr id="21" name="text">
            <a:extLst xmlns:a="http://schemas.openxmlformats.org/drawingml/2006/main">
              <a:ext uri="{FF2B5EF4-FFF2-40B4-BE49-F238E27FC236}">
                <a16:creationId xmlns:a16="http://schemas.microsoft.com/office/drawing/2014/main" id="{3CC0381E-1291-498A-895C-6735FA9B6332}"/>
              </a:ext>
            </a:extLst>
          </p:cNvPr>
          <p:cNvSpPr>
            <a:spLocks xmlns:a="http://schemas.openxmlformats.org/drawingml/2006/main" noGrp="1"/>
          </p:cNvSpPr>
          <p:nvPr/>
        </p:nvSpPr>
        <p:spPr>
          <a:xfrm xmlns:a="http://schemas.openxmlformats.org/drawingml/2006/main">
            <a:off x="3143250" y="3914775"/>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6368"/>
                </a:solidFill>
                <a:latin typeface="Noto Sans KR"/>
                <a:ea typeface="Noto Sans KR"/>
                <a:cs typeface="Noto Sans KR"/>
              </a:defRPr>
            </a:defPPr>
            <a:lvl1pPr algn="l">
              <a:defRPr sz="975" b="0">
                <a:solidFill>
                  <a:srgbClr val="586368"/>
                </a:solidFill>
                <a:latin typeface="Noto Sans KR"/>
                <a:ea typeface="Noto Sans KR"/>
                <a:cs typeface="Noto Sans KR"/>
              </a:defRPr>
            </a:lvl1pPr>
            <a:lvl2pPr algn="l">
              <a:defRPr sz="975" b="0">
                <a:solidFill>
                  <a:srgbClr val="586368"/>
                </a:solidFill>
                <a:latin typeface="Noto Sans KR"/>
                <a:ea typeface="Noto Sans KR"/>
                <a:cs typeface="Noto Sans KR"/>
              </a:defRPr>
            </a:lvl2pPr>
            <a:lvl3pPr algn="l">
              <a:defRPr sz="975" b="0">
                <a:solidFill>
                  <a:srgbClr val="586368"/>
                </a:solidFill>
                <a:latin typeface="Noto Sans KR"/>
                <a:ea typeface="Noto Sans KR"/>
                <a:cs typeface="Noto Sans KR"/>
              </a:defRPr>
            </a:lvl3pPr>
            <a:lvl4pPr algn="l">
              <a:defRPr sz="975" b="0">
                <a:solidFill>
                  <a:srgbClr val="586368"/>
                </a:solidFill>
                <a:latin typeface="Noto Sans KR"/>
                <a:ea typeface="Noto Sans KR"/>
                <a:cs typeface="Noto Sans KR"/>
              </a:defRPr>
            </a:lvl4pPr>
            <a:lvl5pPr algn="l">
              <a:defRPr sz="975" b="0">
                <a:solidFill>
                  <a:srgbClr val="586368"/>
                </a:solidFill>
                <a:latin typeface="Noto Sans KR"/>
                <a:ea typeface="Noto Sans KR"/>
                <a:cs typeface="Noto Sans KR"/>
              </a:defRPr>
            </a:lvl5pPr>
            <a:lvl6pPr algn="l">
              <a:defRPr sz="975" b="0">
                <a:solidFill>
                  <a:srgbClr val="586368"/>
                </a:solidFill>
                <a:latin typeface="Noto Sans KR"/>
                <a:ea typeface="Noto Sans KR"/>
                <a:cs typeface="Noto Sans KR"/>
              </a:defRPr>
            </a:lvl6pPr>
            <a:lvl7pPr algn="l">
              <a:defRPr sz="975" b="0">
                <a:solidFill>
                  <a:srgbClr val="586368"/>
                </a:solidFill>
                <a:latin typeface="Noto Sans KR"/>
                <a:ea typeface="Noto Sans KR"/>
                <a:cs typeface="Noto Sans KR"/>
              </a:defRPr>
            </a:lvl7pPr>
            <a:lvl8pPr algn="l">
              <a:defRPr sz="975" b="0">
                <a:solidFill>
                  <a:srgbClr val="586368"/>
                </a:solidFill>
                <a:latin typeface="Noto Sans KR"/>
                <a:ea typeface="Noto Sans KR"/>
                <a:cs typeface="Noto Sans KR"/>
              </a:defRPr>
            </a:lvl8pPr>
            <a:lvl9pPr algn="l">
              <a:defRPr sz="975" b="0">
                <a:solidFill>
                  <a:srgbClr val="586368"/>
                </a:solidFill>
                <a:latin typeface="Noto Sans KR"/>
                <a:ea typeface="Noto Sans KR"/>
                <a:cs typeface="Noto Sans KR"/>
              </a:defRPr>
            </a:lvl9pPr>
          </a:lstStyle>
          <a:p xmlns:a="http://schemas.openxmlformats.org/drawingml/2006/main">
            <a:pPr algn="l">
              <a:lnSpc>
                <a:spcPct val="118000"/>
              </a:lnSpc>
              <a:buNone/>
              <a:defRPr sz="975" b="0">
                <a:solidFill>
                  <a:srgbClr val="586368"/>
                </a:solidFill>
                <a:latin typeface="Noto Sans KR"/>
                <a:ea typeface="Noto Sans KR"/>
                <a:cs typeface="Noto Sans KR"/>
              </a:defRPr>
            </a:pPr>
            <a:r>
              <a:rPr sz="975" b="0">
                <a:solidFill>
                  <a:srgbClr val="586368"/>
                </a:solidFill>
                <a:latin typeface="Noto Sans KR"/>
                <a:ea typeface="Noto Sans KR"/>
                <a:cs typeface="Noto Sans KR"/>
              </a:rPr>
              <a:t>12시</a:t>
            </a:r>
          </a:p>
        </p:txBody>
      </p:sp>
      <p:sp>
        <p:nvSpPr>
          <p:cNvPr id="22" name="text">
            <a:extLst xmlns:a="http://schemas.openxmlformats.org/drawingml/2006/main">
              <a:ext uri="{FF2B5EF4-FFF2-40B4-BE49-F238E27FC236}">
                <a16:creationId xmlns:a16="http://schemas.microsoft.com/office/drawing/2014/main" id="{2CFE3715-CC62-40F6-A906-4E94D820212B}"/>
              </a:ext>
            </a:extLst>
          </p:cNvPr>
          <p:cNvSpPr>
            <a:spLocks xmlns:a="http://schemas.openxmlformats.org/drawingml/2006/main" noGrp="1"/>
          </p:cNvSpPr>
          <p:nvPr/>
        </p:nvSpPr>
        <p:spPr>
          <a:xfrm xmlns:a="http://schemas.openxmlformats.org/drawingml/2006/main">
            <a:off x="4581525" y="3914775"/>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6368"/>
                </a:solidFill>
                <a:latin typeface="Noto Sans KR"/>
                <a:ea typeface="Noto Sans KR"/>
                <a:cs typeface="Noto Sans KR"/>
              </a:defRPr>
            </a:defPPr>
            <a:lvl1pPr algn="l">
              <a:defRPr sz="975" b="0">
                <a:solidFill>
                  <a:srgbClr val="586368"/>
                </a:solidFill>
                <a:latin typeface="Noto Sans KR"/>
                <a:ea typeface="Noto Sans KR"/>
                <a:cs typeface="Noto Sans KR"/>
              </a:defRPr>
            </a:lvl1pPr>
            <a:lvl2pPr algn="l">
              <a:defRPr sz="975" b="0">
                <a:solidFill>
                  <a:srgbClr val="586368"/>
                </a:solidFill>
                <a:latin typeface="Noto Sans KR"/>
                <a:ea typeface="Noto Sans KR"/>
                <a:cs typeface="Noto Sans KR"/>
              </a:defRPr>
            </a:lvl2pPr>
            <a:lvl3pPr algn="l">
              <a:defRPr sz="975" b="0">
                <a:solidFill>
                  <a:srgbClr val="586368"/>
                </a:solidFill>
                <a:latin typeface="Noto Sans KR"/>
                <a:ea typeface="Noto Sans KR"/>
                <a:cs typeface="Noto Sans KR"/>
              </a:defRPr>
            </a:lvl3pPr>
            <a:lvl4pPr algn="l">
              <a:defRPr sz="975" b="0">
                <a:solidFill>
                  <a:srgbClr val="586368"/>
                </a:solidFill>
                <a:latin typeface="Noto Sans KR"/>
                <a:ea typeface="Noto Sans KR"/>
                <a:cs typeface="Noto Sans KR"/>
              </a:defRPr>
            </a:lvl4pPr>
            <a:lvl5pPr algn="l">
              <a:defRPr sz="975" b="0">
                <a:solidFill>
                  <a:srgbClr val="586368"/>
                </a:solidFill>
                <a:latin typeface="Noto Sans KR"/>
                <a:ea typeface="Noto Sans KR"/>
                <a:cs typeface="Noto Sans KR"/>
              </a:defRPr>
            </a:lvl5pPr>
            <a:lvl6pPr algn="l">
              <a:defRPr sz="975" b="0">
                <a:solidFill>
                  <a:srgbClr val="586368"/>
                </a:solidFill>
                <a:latin typeface="Noto Sans KR"/>
                <a:ea typeface="Noto Sans KR"/>
                <a:cs typeface="Noto Sans KR"/>
              </a:defRPr>
            </a:lvl6pPr>
            <a:lvl7pPr algn="l">
              <a:defRPr sz="975" b="0">
                <a:solidFill>
                  <a:srgbClr val="586368"/>
                </a:solidFill>
                <a:latin typeface="Noto Sans KR"/>
                <a:ea typeface="Noto Sans KR"/>
                <a:cs typeface="Noto Sans KR"/>
              </a:defRPr>
            </a:lvl7pPr>
            <a:lvl8pPr algn="l">
              <a:defRPr sz="975" b="0">
                <a:solidFill>
                  <a:srgbClr val="586368"/>
                </a:solidFill>
                <a:latin typeface="Noto Sans KR"/>
                <a:ea typeface="Noto Sans KR"/>
                <a:cs typeface="Noto Sans KR"/>
              </a:defRPr>
            </a:lvl8pPr>
            <a:lvl9pPr algn="l">
              <a:defRPr sz="975" b="0">
                <a:solidFill>
                  <a:srgbClr val="586368"/>
                </a:solidFill>
                <a:latin typeface="Noto Sans KR"/>
                <a:ea typeface="Noto Sans KR"/>
                <a:cs typeface="Noto Sans KR"/>
              </a:defRPr>
            </a:lvl9pPr>
          </a:lstStyle>
          <a:p xmlns:a="http://schemas.openxmlformats.org/drawingml/2006/main">
            <a:pPr algn="l">
              <a:lnSpc>
                <a:spcPct val="118000"/>
              </a:lnSpc>
              <a:buNone/>
              <a:defRPr sz="975" b="0">
                <a:solidFill>
                  <a:srgbClr val="586368"/>
                </a:solidFill>
                <a:latin typeface="Noto Sans KR"/>
                <a:ea typeface="Noto Sans KR"/>
                <a:cs typeface="Noto Sans KR"/>
              </a:defRPr>
            </a:pPr>
            <a:r>
              <a:rPr sz="975" b="0">
                <a:solidFill>
                  <a:srgbClr val="586368"/>
                </a:solidFill>
                <a:latin typeface="Noto Sans KR"/>
                <a:ea typeface="Noto Sans KR"/>
                <a:cs typeface="Noto Sans KR"/>
              </a:rPr>
              <a:t>2일차 00시</a:t>
            </a:r>
          </a:p>
        </p:txBody>
      </p:sp>
      <p:sp>
        <p:nvSpPr>
          <p:cNvPr id="23" name="text">
            <a:extLst xmlns:a="http://schemas.openxmlformats.org/drawingml/2006/main">
              <a:ext uri="{FF2B5EF4-FFF2-40B4-BE49-F238E27FC236}">
                <a16:creationId xmlns:a16="http://schemas.microsoft.com/office/drawing/2014/main" id="{169DC1D9-D1DB-4DD7-8A34-4951735BDDA8}"/>
              </a:ext>
            </a:extLst>
          </p:cNvPr>
          <p:cNvSpPr>
            <a:spLocks xmlns:a="http://schemas.openxmlformats.org/drawingml/2006/main" noGrp="1"/>
          </p:cNvSpPr>
          <p:nvPr/>
        </p:nvSpPr>
        <p:spPr>
          <a:xfrm xmlns:a="http://schemas.openxmlformats.org/drawingml/2006/main">
            <a:off x="6019800" y="3914775"/>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6368"/>
                </a:solidFill>
                <a:latin typeface="Noto Sans KR"/>
                <a:ea typeface="Noto Sans KR"/>
                <a:cs typeface="Noto Sans KR"/>
              </a:defRPr>
            </a:defPPr>
            <a:lvl1pPr algn="l">
              <a:defRPr sz="975" b="0">
                <a:solidFill>
                  <a:srgbClr val="586368"/>
                </a:solidFill>
                <a:latin typeface="Noto Sans KR"/>
                <a:ea typeface="Noto Sans KR"/>
                <a:cs typeface="Noto Sans KR"/>
              </a:defRPr>
            </a:lvl1pPr>
            <a:lvl2pPr algn="l">
              <a:defRPr sz="975" b="0">
                <a:solidFill>
                  <a:srgbClr val="586368"/>
                </a:solidFill>
                <a:latin typeface="Noto Sans KR"/>
                <a:ea typeface="Noto Sans KR"/>
                <a:cs typeface="Noto Sans KR"/>
              </a:defRPr>
            </a:lvl2pPr>
            <a:lvl3pPr algn="l">
              <a:defRPr sz="975" b="0">
                <a:solidFill>
                  <a:srgbClr val="586368"/>
                </a:solidFill>
                <a:latin typeface="Noto Sans KR"/>
                <a:ea typeface="Noto Sans KR"/>
                <a:cs typeface="Noto Sans KR"/>
              </a:defRPr>
            </a:lvl3pPr>
            <a:lvl4pPr algn="l">
              <a:defRPr sz="975" b="0">
                <a:solidFill>
                  <a:srgbClr val="586368"/>
                </a:solidFill>
                <a:latin typeface="Noto Sans KR"/>
                <a:ea typeface="Noto Sans KR"/>
                <a:cs typeface="Noto Sans KR"/>
              </a:defRPr>
            </a:lvl4pPr>
            <a:lvl5pPr algn="l">
              <a:defRPr sz="975" b="0">
                <a:solidFill>
                  <a:srgbClr val="586368"/>
                </a:solidFill>
                <a:latin typeface="Noto Sans KR"/>
                <a:ea typeface="Noto Sans KR"/>
                <a:cs typeface="Noto Sans KR"/>
              </a:defRPr>
            </a:lvl5pPr>
            <a:lvl6pPr algn="l">
              <a:defRPr sz="975" b="0">
                <a:solidFill>
                  <a:srgbClr val="586368"/>
                </a:solidFill>
                <a:latin typeface="Noto Sans KR"/>
                <a:ea typeface="Noto Sans KR"/>
                <a:cs typeface="Noto Sans KR"/>
              </a:defRPr>
            </a:lvl6pPr>
            <a:lvl7pPr algn="l">
              <a:defRPr sz="975" b="0">
                <a:solidFill>
                  <a:srgbClr val="586368"/>
                </a:solidFill>
                <a:latin typeface="Noto Sans KR"/>
                <a:ea typeface="Noto Sans KR"/>
                <a:cs typeface="Noto Sans KR"/>
              </a:defRPr>
            </a:lvl7pPr>
            <a:lvl8pPr algn="l">
              <a:defRPr sz="975" b="0">
                <a:solidFill>
                  <a:srgbClr val="586368"/>
                </a:solidFill>
                <a:latin typeface="Noto Sans KR"/>
                <a:ea typeface="Noto Sans KR"/>
                <a:cs typeface="Noto Sans KR"/>
              </a:defRPr>
            </a:lvl8pPr>
            <a:lvl9pPr algn="l">
              <a:defRPr sz="975" b="0">
                <a:solidFill>
                  <a:srgbClr val="586368"/>
                </a:solidFill>
                <a:latin typeface="Noto Sans KR"/>
                <a:ea typeface="Noto Sans KR"/>
                <a:cs typeface="Noto Sans KR"/>
              </a:defRPr>
            </a:lvl9pPr>
          </a:lstStyle>
          <a:p xmlns:a="http://schemas.openxmlformats.org/drawingml/2006/main">
            <a:pPr algn="l">
              <a:lnSpc>
                <a:spcPct val="118000"/>
              </a:lnSpc>
              <a:buNone/>
              <a:defRPr sz="975" b="0">
                <a:solidFill>
                  <a:srgbClr val="586368"/>
                </a:solidFill>
                <a:latin typeface="Noto Sans KR"/>
                <a:ea typeface="Noto Sans KR"/>
                <a:cs typeface="Noto Sans KR"/>
              </a:defRPr>
            </a:pPr>
            <a:r>
              <a:rPr sz="975" b="0">
                <a:solidFill>
                  <a:srgbClr val="586368"/>
                </a:solidFill>
                <a:latin typeface="Noto Sans KR"/>
                <a:ea typeface="Noto Sans KR"/>
                <a:cs typeface="Noto Sans KR"/>
              </a:rPr>
              <a:t>12시</a:t>
            </a:r>
          </a:p>
        </p:txBody>
      </p:sp>
      <p:sp>
        <p:nvSpPr>
          <p:cNvPr id="24" name="text">
            <a:extLst xmlns:a="http://schemas.openxmlformats.org/drawingml/2006/main">
              <a:ext uri="{FF2B5EF4-FFF2-40B4-BE49-F238E27FC236}">
                <a16:creationId xmlns:a16="http://schemas.microsoft.com/office/drawing/2014/main" id="{69571E2D-00BD-473E-9D7B-B56B56D07A57}"/>
              </a:ext>
            </a:extLst>
          </p:cNvPr>
          <p:cNvSpPr>
            <a:spLocks xmlns:a="http://schemas.openxmlformats.org/drawingml/2006/main" noGrp="1"/>
          </p:cNvSpPr>
          <p:nvPr/>
        </p:nvSpPr>
        <p:spPr>
          <a:xfrm xmlns:a="http://schemas.openxmlformats.org/drawingml/2006/main">
            <a:off x="7338219" y="3914775"/>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6368"/>
                </a:solidFill>
                <a:latin typeface="Noto Sans KR"/>
                <a:ea typeface="Noto Sans KR"/>
                <a:cs typeface="Noto Sans KR"/>
              </a:defRPr>
            </a:defPPr>
            <a:lvl1pPr algn="l">
              <a:defRPr sz="975" b="0">
                <a:solidFill>
                  <a:srgbClr val="586368"/>
                </a:solidFill>
                <a:latin typeface="Noto Sans KR"/>
                <a:ea typeface="Noto Sans KR"/>
                <a:cs typeface="Noto Sans KR"/>
              </a:defRPr>
            </a:lvl1pPr>
            <a:lvl2pPr algn="l">
              <a:defRPr sz="975" b="0">
                <a:solidFill>
                  <a:srgbClr val="586368"/>
                </a:solidFill>
                <a:latin typeface="Noto Sans KR"/>
                <a:ea typeface="Noto Sans KR"/>
                <a:cs typeface="Noto Sans KR"/>
              </a:defRPr>
            </a:lvl2pPr>
            <a:lvl3pPr algn="l">
              <a:defRPr sz="975" b="0">
                <a:solidFill>
                  <a:srgbClr val="586368"/>
                </a:solidFill>
                <a:latin typeface="Noto Sans KR"/>
                <a:ea typeface="Noto Sans KR"/>
                <a:cs typeface="Noto Sans KR"/>
              </a:defRPr>
            </a:lvl3pPr>
            <a:lvl4pPr algn="l">
              <a:defRPr sz="975" b="0">
                <a:solidFill>
                  <a:srgbClr val="586368"/>
                </a:solidFill>
                <a:latin typeface="Noto Sans KR"/>
                <a:ea typeface="Noto Sans KR"/>
                <a:cs typeface="Noto Sans KR"/>
              </a:defRPr>
            </a:lvl4pPr>
            <a:lvl5pPr algn="l">
              <a:defRPr sz="975" b="0">
                <a:solidFill>
                  <a:srgbClr val="586368"/>
                </a:solidFill>
                <a:latin typeface="Noto Sans KR"/>
                <a:ea typeface="Noto Sans KR"/>
                <a:cs typeface="Noto Sans KR"/>
              </a:defRPr>
            </a:lvl5pPr>
            <a:lvl6pPr algn="l">
              <a:defRPr sz="975" b="0">
                <a:solidFill>
                  <a:srgbClr val="586368"/>
                </a:solidFill>
                <a:latin typeface="Noto Sans KR"/>
                <a:ea typeface="Noto Sans KR"/>
                <a:cs typeface="Noto Sans KR"/>
              </a:defRPr>
            </a:lvl6pPr>
            <a:lvl7pPr algn="l">
              <a:defRPr sz="975" b="0">
                <a:solidFill>
                  <a:srgbClr val="586368"/>
                </a:solidFill>
                <a:latin typeface="Noto Sans KR"/>
                <a:ea typeface="Noto Sans KR"/>
                <a:cs typeface="Noto Sans KR"/>
              </a:defRPr>
            </a:lvl7pPr>
            <a:lvl8pPr algn="l">
              <a:defRPr sz="975" b="0">
                <a:solidFill>
                  <a:srgbClr val="586368"/>
                </a:solidFill>
                <a:latin typeface="Noto Sans KR"/>
                <a:ea typeface="Noto Sans KR"/>
                <a:cs typeface="Noto Sans KR"/>
              </a:defRPr>
            </a:lvl8pPr>
            <a:lvl9pPr algn="l">
              <a:defRPr sz="975" b="0">
                <a:solidFill>
                  <a:srgbClr val="586368"/>
                </a:solidFill>
                <a:latin typeface="Noto Sans KR"/>
                <a:ea typeface="Noto Sans KR"/>
                <a:cs typeface="Noto Sans KR"/>
              </a:defRPr>
            </a:lvl9pPr>
          </a:lstStyle>
          <a:p xmlns:a="http://schemas.openxmlformats.org/drawingml/2006/main">
            <a:pPr algn="l">
              <a:lnSpc>
                <a:spcPct val="118000"/>
              </a:lnSpc>
              <a:buNone/>
              <a:defRPr sz="975" b="0">
                <a:solidFill>
                  <a:srgbClr val="586368"/>
                </a:solidFill>
                <a:latin typeface="Noto Sans KR"/>
                <a:ea typeface="Noto Sans KR"/>
                <a:cs typeface="Noto Sans KR"/>
              </a:defRPr>
            </a:pPr>
            <a:r>
              <a:rPr sz="975" b="0">
                <a:solidFill>
                  <a:srgbClr val="586368"/>
                </a:solidFill>
                <a:latin typeface="Noto Sans KR"/>
                <a:ea typeface="Noto Sans KR"/>
                <a:cs typeface="Noto Sans KR"/>
              </a:rPr>
              <a:t>23시</a:t>
            </a:r>
          </a:p>
        </p:txBody>
      </p:sp>
      <p:graphicFrame>
        <p:nvGraphicFramePr>
          <p:cNvPr id="25" name="">
            <a:extLst xmlns:a="http://schemas.openxmlformats.org/drawingml/2006/main">
              <a:ext uri="{FF2B5EF4-FFF2-40B4-BE49-F238E27FC236}">
                <a16:creationId xmlns:a16="http://schemas.microsoft.com/office/drawing/2014/main" id="{0D70D022-E323-4D09-ABDD-6150C8616743}"/>
              </a:ext>
            </a:extLst>
          </p:cNvPr>
          <p:cNvGraphicFramePr/>
          <p:nvPr/>
        </p:nvGraphicFramePr>
        <p:xfrm>
          <a:off xmlns:a="http://schemas.openxmlformats.org/drawingml/2006/main" x="7905750" y="2200275"/>
          <a:ext xmlns:a="http://schemas.openxmlformats.org/drawingml/2006/main" cx="133350" cy="1628775"/>
        </p:xfrm>
        <a:graphic xmlns:a="http://schemas.openxmlformats.org/drawingml/2006/main">
          <a:graphicData uri="http://schemas.openxmlformats.org/drawingml/2006/table">
            <a:tbl>
              <a:tblPr firstRow="0" bandRow="0" bandCol="0"/>
              <a:tblGrid>
                <a:gridCol w="133350"/>
              </a:tblGrid>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T w="0">
                      <a:noFill/>
                    </a:lnT>
                    <a:lnB w="0">
                      <a:noFill/>
                    </a:lnB>
                    <a:solidFill>
                      <a:srgbClr val="FDE725"/>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ECE42B"/>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DBE130"/>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CBDF36"/>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BADC3C"/>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A9D941"/>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98D647"/>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87D34C"/>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78D052"/>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6CCB59"/>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61C55F"/>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56C066"/>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BBB6C"/>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FB673"/>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4B07A"/>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9AB80"/>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2A685"/>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39F86"/>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49987"/>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59388"/>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78D8A"/>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8878B"/>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9818C"/>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A7A8D"/>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C748D"/>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F6D8D"/>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5608B"/>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8598A"/>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B5389"/>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D4C88"/>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04587"/>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13D82"/>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2357B"/>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22C75"/>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2236E"/>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31B68"/>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31261"/>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40A5B"/>
                    </a:solidFill>
                  </a:tcPr>
                </a:tc>
              </a:tr>
              <a:tr h="4071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40154"/>
                    </a:solidFill>
                  </a:tcPr>
                </a:tc>
              </a:tr>
            </a:tbl>
          </a:graphicData>
        </a:graphic>
      </p:graphicFrame>
      <p:sp>
        <p:nvSpPr>
          <p:cNvPr id="26" name="color-scale">
            <a:extLst xmlns:a="http://schemas.openxmlformats.org/drawingml/2006/main">
              <a:ext uri="{FF2B5EF4-FFF2-40B4-BE49-F238E27FC236}">
                <a16:creationId xmlns:a16="http://schemas.microsoft.com/office/drawing/2014/main" id="{0AC41402-A08A-4243-89F2-396A3A49C617}"/>
              </a:ext>
            </a:extLst>
          </p:cNvPr>
          <p:cNvSpPr>
            <a:spLocks xmlns:a="http://schemas.openxmlformats.org/drawingml/2006/main" noGrp="1"/>
          </p:cNvSpPr>
          <p:nvPr/>
        </p:nvSpPr>
        <p:spPr>
          <a:xfrm xmlns:a="http://schemas.openxmlformats.org/drawingml/2006/main">
            <a:off x="7905750" y="2200275"/>
            <a:ext cx="133350" cy="1628775"/>
          </a:xfrm>
          <a:prstGeom xmlns:a="http://schemas.openxmlformats.org/drawingml/2006/main" prst="rect">
            <a:avLst/>
          </a:prstGeom>
          <a:noFill xmlns:a="http://schemas.openxmlformats.org/drawingml/2006/main"/>
          <a:ln xmlns:a="http://schemas.openxmlformats.org/drawingml/2006/main" w="7620">
            <a:solidFill>
              <a:srgbClr val="586368"/>
            </a:solidFill>
            <a:prstDash val="solid"/>
          </a:ln>
        </p:spPr>
      </p:sp>
      <p:sp>
        <p:nvSpPr>
          <p:cNvPr id="27" name="text">
            <a:extLst xmlns:a="http://schemas.openxmlformats.org/drawingml/2006/main">
              <a:ext uri="{FF2B5EF4-FFF2-40B4-BE49-F238E27FC236}">
                <a16:creationId xmlns:a16="http://schemas.microsoft.com/office/drawing/2014/main" id="{59B1CFFC-E484-461C-A180-F3FA9DC48340}"/>
              </a:ext>
            </a:extLst>
          </p:cNvPr>
          <p:cNvSpPr>
            <a:spLocks xmlns:a="http://schemas.openxmlformats.org/drawingml/2006/main" noGrp="1"/>
          </p:cNvSpPr>
          <p:nvPr/>
        </p:nvSpPr>
        <p:spPr>
          <a:xfrm xmlns:a="http://schemas.openxmlformats.org/drawingml/2006/main">
            <a:off x="8096250" y="21812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6368"/>
                </a:solidFill>
                <a:latin typeface="Noto Sans KR"/>
                <a:ea typeface="Noto Sans KR"/>
                <a:cs typeface="Noto Sans KR"/>
              </a:defRPr>
            </a:defPPr>
            <a:lvl1pPr algn="l">
              <a:defRPr sz="975" b="0">
                <a:solidFill>
                  <a:srgbClr val="586368"/>
                </a:solidFill>
                <a:latin typeface="Noto Sans KR"/>
                <a:ea typeface="Noto Sans KR"/>
                <a:cs typeface="Noto Sans KR"/>
              </a:defRPr>
            </a:lvl1pPr>
            <a:lvl2pPr algn="l">
              <a:defRPr sz="975" b="0">
                <a:solidFill>
                  <a:srgbClr val="586368"/>
                </a:solidFill>
                <a:latin typeface="Noto Sans KR"/>
                <a:ea typeface="Noto Sans KR"/>
                <a:cs typeface="Noto Sans KR"/>
              </a:defRPr>
            </a:lvl2pPr>
            <a:lvl3pPr algn="l">
              <a:defRPr sz="975" b="0">
                <a:solidFill>
                  <a:srgbClr val="586368"/>
                </a:solidFill>
                <a:latin typeface="Noto Sans KR"/>
                <a:ea typeface="Noto Sans KR"/>
                <a:cs typeface="Noto Sans KR"/>
              </a:defRPr>
            </a:lvl3pPr>
            <a:lvl4pPr algn="l">
              <a:defRPr sz="975" b="0">
                <a:solidFill>
                  <a:srgbClr val="586368"/>
                </a:solidFill>
                <a:latin typeface="Noto Sans KR"/>
                <a:ea typeface="Noto Sans KR"/>
                <a:cs typeface="Noto Sans KR"/>
              </a:defRPr>
            </a:lvl4pPr>
            <a:lvl5pPr algn="l">
              <a:defRPr sz="975" b="0">
                <a:solidFill>
                  <a:srgbClr val="586368"/>
                </a:solidFill>
                <a:latin typeface="Noto Sans KR"/>
                <a:ea typeface="Noto Sans KR"/>
                <a:cs typeface="Noto Sans KR"/>
              </a:defRPr>
            </a:lvl5pPr>
            <a:lvl6pPr algn="l">
              <a:defRPr sz="975" b="0">
                <a:solidFill>
                  <a:srgbClr val="586368"/>
                </a:solidFill>
                <a:latin typeface="Noto Sans KR"/>
                <a:ea typeface="Noto Sans KR"/>
                <a:cs typeface="Noto Sans KR"/>
              </a:defRPr>
            </a:lvl6pPr>
            <a:lvl7pPr algn="l">
              <a:defRPr sz="975" b="0">
                <a:solidFill>
                  <a:srgbClr val="586368"/>
                </a:solidFill>
                <a:latin typeface="Noto Sans KR"/>
                <a:ea typeface="Noto Sans KR"/>
                <a:cs typeface="Noto Sans KR"/>
              </a:defRPr>
            </a:lvl7pPr>
            <a:lvl8pPr algn="l">
              <a:defRPr sz="975" b="0">
                <a:solidFill>
                  <a:srgbClr val="586368"/>
                </a:solidFill>
                <a:latin typeface="Noto Sans KR"/>
                <a:ea typeface="Noto Sans KR"/>
                <a:cs typeface="Noto Sans KR"/>
              </a:defRPr>
            </a:lvl8pPr>
            <a:lvl9pPr algn="l">
              <a:defRPr sz="975" b="0">
                <a:solidFill>
                  <a:srgbClr val="586368"/>
                </a:solidFill>
                <a:latin typeface="Noto Sans KR"/>
                <a:ea typeface="Noto Sans KR"/>
                <a:cs typeface="Noto Sans KR"/>
              </a:defRPr>
            </a:lvl9pPr>
          </a:lstStyle>
          <a:p xmlns:a="http://schemas.openxmlformats.org/drawingml/2006/main">
            <a:pPr algn="l">
              <a:lnSpc>
                <a:spcPct val="118000"/>
              </a:lnSpc>
              <a:buNone/>
              <a:defRPr sz="975" b="0">
                <a:solidFill>
                  <a:srgbClr val="586368"/>
                </a:solidFill>
                <a:latin typeface="Noto Sans KR"/>
                <a:ea typeface="Noto Sans KR"/>
                <a:cs typeface="Noto Sans KR"/>
              </a:defRPr>
            </a:pPr>
            <a:r>
              <a:rPr sz="975" b="0">
                <a:solidFill>
                  <a:srgbClr val="586368"/>
                </a:solidFill>
                <a:latin typeface="Noto Sans KR"/>
                <a:ea typeface="Noto Sans KR"/>
                <a:cs typeface="Noto Sans KR"/>
              </a:rPr>
              <a:t>3</a:t>
            </a:r>
          </a:p>
        </p:txBody>
      </p:sp>
      <p:sp>
        <p:nvSpPr>
          <p:cNvPr id="28" name="text">
            <a:extLst xmlns:a="http://schemas.openxmlformats.org/drawingml/2006/main">
              <a:ext uri="{FF2B5EF4-FFF2-40B4-BE49-F238E27FC236}">
                <a16:creationId xmlns:a16="http://schemas.microsoft.com/office/drawing/2014/main" id="{466A8906-876D-4BA9-9877-EF9E1905CE24}"/>
              </a:ext>
            </a:extLst>
          </p:cNvPr>
          <p:cNvSpPr>
            <a:spLocks xmlns:a="http://schemas.openxmlformats.org/drawingml/2006/main" noGrp="1"/>
          </p:cNvSpPr>
          <p:nvPr/>
        </p:nvSpPr>
        <p:spPr>
          <a:xfrm xmlns:a="http://schemas.openxmlformats.org/drawingml/2006/main">
            <a:off x="8096250" y="266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6368"/>
                </a:solidFill>
                <a:latin typeface="Noto Sans KR"/>
                <a:ea typeface="Noto Sans KR"/>
                <a:cs typeface="Noto Sans KR"/>
              </a:defRPr>
            </a:defPPr>
            <a:lvl1pPr algn="l">
              <a:defRPr sz="975" b="0">
                <a:solidFill>
                  <a:srgbClr val="586368"/>
                </a:solidFill>
                <a:latin typeface="Noto Sans KR"/>
                <a:ea typeface="Noto Sans KR"/>
                <a:cs typeface="Noto Sans KR"/>
              </a:defRPr>
            </a:lvl1pPr>
            <a:lvl2pPr algn="l">
              <a:defRPr sz="975" b="0">
                <a:solidFill>
                  <a:srgbClr val="586368"/>
                </a:solidFill>
                <a:latin typeface="Noto Sans KR"/>
                <a:ea typeface="Noto Sans KR"/>
                <a:cs typeface="Noto Sans KR"/>
              </a:defRPr>
            </a:lvl2pPr>
            <a:lvl3pPr algn="l">
              <a:defRPr sz="975" b="0">
                <a:solidFill>
                  <a:srgbClr val="586368"/>
                </a:solidFill>
                <a:latin typeface="Noto Sans KR"/>
                <a:ea typeface="Noto Sans KR"/>
                <a:cs typeface="Noto Sans KR"/>
              </a:defRPr>
            </a:lvl3pPr>
            <a:lvl4pPr algn="l">
              <a:defRPr sz="975" b="0">
                <a:solidFill>
                  <a:srgbClr val="586368"/>
                </a:solidFill>
                <a:latin typeface="Noto Sans KR"/>
                <a:ea typeface="Noto Sans KR"/>
                <a:cs typeface="Noto Sans KR"/>
              </a:defRPr>
            </a:lvl4pPr>
            <a:lvl5pPr algn="l">
              <a:defRPr sz="975" b="0">
                <a:solidFill>
                  <a:srgbClr val="586368"/>
                </a:solidFill>
                <a:latin typeface="Noto Sans KR"/>
                <a:ea typeface="Noto Sans KR"/>
                <a:cs typeface="Noto Sans KR"/>
              </a:defRPr>
            </a:lvl5pPr>
            <a:lvl6pPr algn="l">
              <a:defRPr sz="975" b="0">
                <a:solidFill>
                  <a:srgbClr val="586368"/>
                </a:solidFill>
                <a:latin typeface="Noto Sans KR"/>
                <a:ea typeface="Noto Sans KR"/>
                <a:cs typeface="Noto Sans KR"/>
              </a:defRPr>
            </a:lvl6pPr>
            <a:lvl7pPr algn="l">
              <a:defRPr sz="975" b="0">
                <a:solidFill>
                  <a:srgbClr val="586368"/>
                </a:solidFill>
                <a:latin typeface="Noto Sans KR"/>
                <a:ea typeface="Noto Sans KR"/>
                <a:cs typeface="Noto Sans KR"/>
              </a:defRPr>
            </a:lvl7pPr>
            <a:lvl8pPr algn="l">
              <a:defRPr sz="975" b="0">
                <a:solidFill>
                  <a:srgbClr val="586368"/>
                </a:solidFill>
                <a:latin typeface="Noto Sans KR"/>
                <a:ea typeface="Noto Sans KR"/>
                <a:cs typeface="Noto Sans KR"/>
              </a:defRPr>
            </a:lvl8pPr>
            <a:lvl9pPr algn="l">
              <a:defRPr sz="975" b="0">
                <a:solidFill>
                  <a:srgbClr val="586368"/>
                </a:solidFill>
                <a:latin typeface="Noto Sans KR"/>
                <a:ea typeface="Noto Sans KR"/>
                <a:cs typeface="Noto Sans KR"/>
              </a:defRPr>
            </a:lvl9pPr>
          </a:lstStyle>
          <a:p xmlns:a="http://schemas.openxmlformats.org/drawingml/2006/main">
            <a:pPr algn="l">
              <a:lnSpc>
                <a:spcPct val="118000"/>
              </a:lnSpc>
              <a:buNone/>
              <a:defRPr sz="975" b="0">
                <a:solidFill>
                  <a:srgbClr val="586368"/>
                </a:solidFill>
                <a:latin typeface="Noto Sans KR"/>
                <a:ea typeface="Noto Sans KR"/>
                <a:cs typeface="Noto Sans KR"/>
              </a:defRPr>
            </a:pPr>
            <a:r>
              <a:rPr sz="975" b="0">
                <a:solidFill>
                  <a:srgbClr val="586368"/>
                </a:solidFill>
                <a:latin typeface="Noto Sans KR"/>
                <a:ea typeface="Noto Sans KR"/>
                <a:cs typeface="Noto Sans KR"/>
              </a:rPr>
              <a:t>2</a:t>
            </a:r>
          </a:p>
        </p:txBody>
      </p:sp>
      <p:sp>
        <p:nvSpPr>
          <p:cNvPr id="29" name="text">
            <a:extLst xmlns:a="http://schemas.openxmlformats.org/drawingml/2006/main">
              <a:ext uri="{FF2B5EF4-FFF2-40B4-BE49-F238E27FC236}">
                <a16:creationId xmlns:a16="http://schemas.microsoft.com/office/drawing/2014/main" id="{D3FA7C81-0F05-44B6-8E54-61F99C2AEB0D}"/>
              </a:ext>
            </a:extLst>
          </p:cNvPr>
          <p:cNvSpPr>
            <a:spLocks xmlns:a="http://schemas.openxmlformats.org/drawingml/2006/main" noGrp="1"/>
          </p:cNvSpPr>
          <p:nvPr/>
        </p:nvSpPr>
        <p:spPr>
          <a:xfrm xmlns:a="http://schemas.openxmlformats.org/drawingml/2006/main">
            <a:off x="8096250" y="315277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6368"/>
                </a:solidFill>
                <a:latin typeface="Noto Sans KR"/>
                <a:ea typeface="Noto Sans KR"/>
                <a:cs typeface="Noto Sans KR"/>
              </a:defRPr>
            </a:defPPr>
            <a:lvl1pPr algn="l">
              <a:defRPr sz="975" b="0">
                <a:solidFill>
                  <a:srgbClr val="586368"/>
                </a:solidFill>
                <a:latin typeface="Noto Sans KR"/>
                <a:ea typeface="Noto Sans KR"/>
                <a:cs typeface="Noto Sans KR"/>
              </a:defRPr>
            </a:lvl1pPr>
            <a:lvl2pPr algn="l">
              <a:defRPr sz="975" b="0">
                <a:solidFill>
                  <a:srgbClr val="586368"/>
                </a:solidFill>
                <a:latin typeface="Noto Sans KR"/>
                <a:ea typeface="Noto Sans KR"/>
                <a:cs typeface="Noto Sans KR"/>
              </a:defRPr>
            </a:lvl2pPr>
            <a:lvl3pPr algn="l">
              <a:defRPr sz="975" b="0">
                <a:solidFill>
                  <a:srgbClr val="586368"/>
                </a:solidFill>
                <a:latin typeface="Noto Sans KR"/>
                <a:ea typeface="Noto Sans KR"/>
                <a:cs typeface="Noto Sans KR"/>
              </a:defRPr>
            </a:lvl3pPr>
            <a:lvl4pPr algn="l">
              <a:defRPr sz="975" b="0">
                <a:solidFill>
                  <a:srgbClr val="586368"/>
                </a:solidFill>
                <a:latin typeface="Noto Sans KR"/>
                <a:ea typeface="Noto Sans KR"/>
                <a:cs typeface="Noto Sans KR"/>
              </a:defRPr>
            </a:lvl4pPr>
            <a:lvl5pPr algn="l">
              <a:defRPr sz="975" b="0">
                <a:solidFill>
                  <a:srgbClr val="586368"/>
                </a:solidFill>
                <a:latin typeface="Noto Sans KR"/>
                <a:ea typeface="Noto Sans KR"/>
                <a:cs typeface="Noto Sans KR"/>
              </a:defRPr>
            </a:lvl5pPr>
            <a:lvl6pPr algn="l">
              <a:defRPr sz="975" b="0">
                <a:solidFill>
                  <a:srgbClr val="586368"/>
                </a:solidFill>
                <a:latin typeface="Noto Sans KR"/>
                <a:ea typeface="Noto Sans KR"/>
                <a:cs typeface="Noto Sans KR"/>
              </a:defRPr>
            </a:lvl6pPr>
            <a:lvl7pPr algn="l">
              <a:defRPr sz="975" b="0">
                <a:solidFill>
                  <a:srgbClr val="586368"/>
                </a:solidFill>
                <a:latin typeface="Noto Sans KR"/>
                <a:ea typeface="Noto Sans KR"/>
                <a:cs typeface="Noto Sans KR"/>
              </a:defRPr>
            </a:lvl7pPr>
            <a:lvl8pPr algn="l">
              <a:defRPr sz="975" b="0">
                <a:solidFill>
                  <a:srgbClr val="586368"/>
                </a:solidFill>
                <a:latin typeface="Noto Sans KR"/>
                <a:ea typeface="Noto Sans KR"/>
                <a:cs typeface="Noto Sans KR"/>
              </a:defRPr>
            </a:lvl8pPr>
            <a:lvl9pPr algn="l">
              <a:defRPr sz="975" b="0">
                <a:solidFill>
                  <a:srgbClr val="586368"/>
                </a:solidFill>
                <a:latin typeface="Noto Sans KR"/>
                <a:ea typeface="Noto Sans KR"/>
                <a:cs typeface="Noto Sans KR"/>
              </a:defRPr>
            </a:lvl9pPr>
          </a:lstStyle>
          <a:p xmlns:a="http://schemas.openxmlformats.org/drawingml/2006/main">
            <a:pPr algn="l">
              <a:lnSpc>
                <a:spcPct val="118000"/>
              </a:lnSpc>
              <a:buNone/>
              <a:defRPr sz="975" b="0">
                <a:solidFill>
                  <a:srgbClr val="586368"/>
                </a:solidFill>
                <a:latin typeface="Noto Sans KR"/>
                <a:ea typeface="Noto Sans KR"/>
                <a:cs typeface="Noto Sans KR"/>
              </a:defRPr>
            </a:pPr>
            <a:r>
              <a:rPr sz="975" b="0">
                <a:solidFill>
                  <a:srgbClr val="586368"/>
                </a:solidFill>
                <a:latin typeface="Noto Sans KR"/>
                <a:ea typeface="Noto Sans KR"/>
                <a:cs typeface="Noto Sans KR"/>
              </a:rPr>
              <a:t>1</a:t>
            </a:r>
          </a:p>
        </p:txBody>
      </p:sp>
      <p:sp>
        <p:nvSpPr>
          <p:cNvPr id="30" name="text">
            <a:extLst xmlns:a="http://schemas.openxmlformats.org/drawingml/2006/main">
              <a:ext uri="{FF2B5EF4-FFF2-40B4-BE49-F238E27FC236}">
                <a16:creationId xmlns:a16="http://schemas.microsoft.com/office/drawing/2014/main" id="{3EEE730D-D5D9-45A6-A328-2255DC0391A7}"/>
              </a:ext>
            </a:extLst>
          </p:cNvPr>
          <p:cNvSpPr>
            <a:spLocks xmlns:a="http://schemas.openxmlformats.org/drawingml/2006/main" noGrp="1"/>
          </p:cNvSpPr>
          <p:nvPr/>
        </p:nvSpPr>
        <p:spPr>
          <a:xfrm xmlns:a="http://schemas.openxmlformats.org/drawingml/2006/main">
            <a:off x="8096250" y="36385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6368"/>
                </a:solidFill>
                <a:latin typeface="Noto Sans KR"/>
                <a:ea typeface="Noto Sans KR"/>
                <a:cs typeface="Noto Sans KR"/>
              </a:defRPr>
            </a:defPPr>
            <a:lvl1pPr algn="l">
              <a:defRPr sz="975" b="0">
                <a:solidFill>
                  <a:srgbClr val="586368"/>
                </a:solidFill>
                <a:latin typeface="Noto Sans KR"/>
                <a:ea typeface="Noto Sans KR"/>
                <a:cs typeface="Noto Sans KR"/>
              </a:defRPr>
            </a:lvl1pPr>
            <a:lvl2pPr algn="l">
              <a:defRPr sz="975" b="0">
                <a:solidFill>
                  <a:srgbClr val="586368"/>
                </a:solidFill>
                <a:latin typeface="Noto Sans KR"/>
                <a:ea typeface="Noto Sans KR"/>
                <a:cs typeface="Noto Sans KR"/>
              </a:defRPr>
            </a:lvl2pPr>
            <a:lvl3pPr algn="l">
              <a:defRPr sz="975" b="0">
                <a:solidFill>
                  <a:srgbClr val="586368"/>
                </a:solidFill>
                <a:latin typeface="Noto Sans KR"/>
                <a:ea typeface="Noto Sans KR"/>
                <a:cs typeface="Noto Sans KR"/>
              </a:defRPr>
            </a:lvl3pPr>
            <a:lvl4pPr algn="l">
              <a:defRPr sz="975" b="0">
                <a:solidFill>
                  <a:srgbClr val="586368"/>
                </a:solidFill>
                <a:latin typeface="Noto Sans KR"/>
                <a:ea typeface="Noto Sans KR"/>
                <a:cs typeface="Noto Sans KR"/>
              </a:defRPr>
            </a:lvl4pPr>
            <a:lvl5pPr algn="l">
              <a:defRPr sz="975" b="0">
                <a:solidFill>
                  <a:srgbClr val="586368"/>
                </a:solidFill>
                <a:latin typeface="Noto Sans KR"/>
                <a:ea typeface="Noto Sans KR"/>
                <a:cs typeface="Noto Sans KR"/>
              </a:defRPr>
            </a:lvl5pPr>
            <a:lvl6pPr algn="l">
              <a:defRPr sz="975" b="0">
                <a:solidFill>
                  <a:srgbClr val="586368"/>
                </a:solidFill>
                <a:latin typeface="Noto Sans KR"/>
                <a:ea typeface="Noto Sans KR"/>
                <a:cs typeface="Noto Sans KR"/>
              </a:defRPr>
            </a:lvl6pPr>
            <a:lvl7pPr algn="l">
              <a:defRPr sz="975" b="0">
                <a:solidFill>
                  <a:srgbClr val="586368"/>
                </a:solidFill>
                <a:latin typeface="Noto Sans KR"/>
                <a:ea typeface="Noto Sans KR"/>
                <a:cs typeface="Noto Sans KR"/>
              </a:defRPr>
            </a:lvl7pPr>
            <a:lvl8pPr algn="l">
              <a:defRPr sz="975" b="0">
                <a:solidFill>
                  <a:srgbClr val="586368"/>
                </a:solidFill>
                <a:latin typeface="Noto Sans KR"/>
                <a:ea typeface="Noto Sans KR"/>
                <a:cs typeface="Noto Sans KR"/>
              </a:defRPr>
            </a:lvl8pPr>
            <a:lvl9pPr algn="l">
              <a:defRPr sz="975" b="0">
                <a:solidFill>
                  <a:srgbClr val="586368"/>
                </a:solidFill>
                <a:latin typeface="Noto Sans KR"/>
                <a:ea typeface="Noto Sans KR"/>
                <a:cs typeface="Noto Sans KR"/>
              </a:defRPr>
            </a:lvl9pPr>
          </a:lstStyle>
          <a:p xmlns:a="http://schemas.openxmlformats.org/drawingml/2006/main">
            <a:pPr algn="l">
              <a:lnSpc>
                <a:spcPct val="118000"/>
              </a:lnSpc>
              <a:buNone/>
              <a:defRPr sz="975" b="0">
                <a:solidFill>
                  <a:srgbClr val="586368"/>
                </a:solidFill>
                <a:latin typeface="Noto Sans KR"/>
                <a:ea typeface="Noto Sans KR"/>
                <a:cs typeface="Noto Sans KR"/>
              </a:defRPr>
            </a:pPr>
            <a:r>
              <a:rPr sz="975" b="0">
                <a:solidFill>
                  <a:srgbClr val="586368"/>
                </a:solidFill>
                <a:latin typeface="Noto Sans KR"/>
                <a:ea typeface="Noto Sans KR"/>
                <a:cs typeface="Noto Sans KR"/>
              </a:rPr>
              <a:t>0</a:t>
            </a:r>
          </a:p>
        </p:txBody>
      </p:sp>
      <p:sp>
        <p:nvSpPr>
          <p:cNvPr id="31" name="text">
            <a:extLst xmlns:a="http://schemas.openxmlformats.org/drawingml/2006/main">
              <a:ext uri="{FF2B5EF4-FFF2-40B4-BE49-F238E27FC236}">
                <a16:creationId xmlns:a16="http://schemas.microsoft.com/office/drawing/2014/main" id="{E9793C38-7AB5-4440-8102-3922C962A19D}"/>
              </a:ext>
            </a:extLst>
          </p:cNvPr>
          <p:cNvSpPr>
            <a:spLocks xmlns:a="http://schemas.openxmlformats.org/drawingml/2006/main" noGrp="1"/>
          </p:cNvSpPr>
          <p:nvPr/>
        </p:nvSpPr>
        <p:spPr>
          <a:xfrm xmlns:a="http://schemas.openxmlformats.org/drawingml/2006/main">
            <a:off x="7839075" y="3914775"/>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6368"/>
                </a:solidFill>
                <a:latin typeface="Noto Sans KR"/>
                <a:ea typeface="Noto Sans KR"/>
                <a:cs typeface="Noto Sans KR"/>
              </a:defRPr>
            </a:defPPr>
            <a:lvl1pPr algn="l">
              <a:defRPr sz="975" b="0">
                <a:solidFill>
                  <a:srgbClr val="586368"/>
                </a:solidFill>
                <a:latin typeface="Noto Sans KR"/>
                <a:ea typeface="Noto Sans KR"/>
                <a:cs typeface="Noto Sans KR"/>
              </a:defRPr>
            </a:lvl1pPr>
            <a:lvl2pPr algn="l">
              <a:defRPr sz="975" b="0">
                <a:solidFill>
                  <a:srgbClr val="586368"/>
                </a:solidFill>
                <a:latin typeface="Noto Sans KR"/>
                <a:ea typeface="Noto Sans KR"/>
                <a:cs typeface="Noto Sans KR"/>
              </a:defRPr>
            </a:lvl2pPr>
            <a:lvl3pPr algn="l">
              <a:defRPr sz="975" b="0">
                <a:solidFill>
                  <a:srgbClr val="586368"/>
                </a:solidFill>
                <a:latin typeface="Noto Sans KR"/>
                <a:ea typeface="Noto Sans KR"/>
                <a:cs typeface="Noto Sans KR"/>
              </a:defRPr>
            </a:lvl3pPr>
            <a:lvl4pPr algn="l">
              <a:defRPr sz="975" b="0">
                <a:solidFill>
                  <a:srgbClr val="586368"/>
                </a:solidFill>
                <a:latin typeface="Noto Sans KR"/>
                <a:ea typeface="Noto Sans KR"/>
                <a:cs typeface="Noto Sans KR"/>
              </a:defRPr>
            </a:lvl4pPr>
            <a:lvl5pPr algn="l">
              <a:defRPr sz="975" b="0">
                <a:solidFill>
                  <a:srgbClr val="586368"/>
                </a:solidFill>
                <a:latin typeface="Noto Sans KR"/>
                <a:ea typeface="Noto Sans KR"/>
                <a:cs typeface="Noto Sans KR"/>
              </a:defRPr>
            </a:lvl5pPr>
            <a:lvl6pPr algn="l">
              <a:defRPr sz="975" b="0">
                <a:solidFill>
                  <a:srgbClr val="586368"/>
                </a:solidFill>
                <a:latin typeface="Noto Sans KR"/>
                <a:ea typeface="Noto Sans KR"/>
                <a:cs typeface="Noto Sans KR"/>
              </a:defRPr>
            </a:lvl6pPr>
            <a:lvl7pPr algn="l">
              <a:defRPr sz="975" b="0">
                <a:solidFill>
                  <a:srgbClr val="586368"/>
                </a:solidFill>
                <a:latin typeface="Noto Sans KR"/>
                <a:ea typeface="Noto Sans KR"/>
                <a:cs typeface="Noto Sans KR"/>
              </a:defRPr>
            </a:lvl7pPr>
            <a:lvl8pPr algn="l">
              <a:defRPr sz="975" b="0">
                <a:solidFill>
                  <a:srgbClr val="586368"/>
                </a:solidFill>
                <a:latin typeface="Noto Sans KR"/>
                <a:ea typeface="Noto Sans KR"/>
                <a:cs typeface="Noto Sans KR"/>
              </a:defRPr>
            </a:lvl8pPr>
            <a:lvl9pPr algn="l">
              <a:defRPr sz="975" b="0">
                <a:solidFill>
                  <a:srgbClr val="586368"/>
                </a:solidFill>
                <a:latin typeface="Noto Sans KR"/>
                <a:ea typeface="Noto Sans KR"/>
                <a:cs typeface="Noto Sans KR"/>
              </a:defRPr>
            </a:lvl9pPr>
          </a:lstStyle>
          <a:p xmlns:a="http://schemas.openxmlformats.org/drawingml/2006/main">
            <a:pPr algn="l">
              <a:lnSpc>
                <a:spcPct val="118000"/>
              </a:lnSpc>
              <a:buNone/>
              <a:defRPr sz="975" b="0">
                <a:solidFill>
                  <a:srgbClr val="586368"/>
                </a:solidFill>
                <a:latin typeface="Noto Sans KR"/>
                <a:ea typeface="Noto Sans KR"/>
                <a:cs typeface="Noto Sans KR"/>
              </a:defRPr>
            </a:pPr>
            <a:r>
              <a:rPr sz="975" b="0">
                <a:solidFill>
                  <a:srgbClr val="586368"/>
                </a:solidFill>
                <a:latin typeface="Noto Sans KR"/>
                <a:ea typeface="Noto Sans KR"/>
                <a:cs typeface="Noto Sans KR"/>
              </a:rPr>
              <a:t>기록 수</a:t>
            </a:r>
          </a:p>
        </p:txBody>
      </p:sp>
      <p:sp>
        <p:nvSpPr>
          <p:cNvPr id="32" name="shape">
            <a:extLst xmlns:a="http://schemas.openxmlformats.org/drawingml/2006/main">
              <a:ext uri="{FF2B5EF4-FFF2-40B4-BE49-F238E27FC236}">
                <a16:creationId xmlns:a16="http://schemas.microsoft.com/office/drawing/2014/main" id="{6FC18784-29F7-4986-ABF2-ED04CE366B27}"/>
              </a:ext>
            </a:extLst>
          </p:cNvPr>
          <p:cNvSpPr>
            <a:spLocks xmlns:a="http://schemas.openxmlformats.org/drawingml/2006/main" noGrp="1"/>
          </p:cNvSpPr>
          <p:nvPr/>
        </p:nvSpPr>
        <p:spPr>
          <a:xfrm xmlns:a="http://schemas.openxmlformats.org/drawingml/2006/main">
            <a:off x="9067800" y="2095500"/>
            <a:ext cx="3886200" cy="504825"/>
          </a:xfrm>
          <a:prstGeom xmlns:a="http://schemas.openxmlformats.org/drawingml/2006/main" prst="rect">
            <a:avLst/>
          </a:prstGeom>
          <a:solidFill xmlns:a="http://schemas.openxmlformats.org/drawingml/2006/main">
            <a:srgbClr val="141719"/>
          </a:solidFill>
          <a:ln xmlns:a="http://schemas.openxmlformats.org/drawingml/2006/main" w="0">
            <a:noFill/>
            <a:prstDash val="solid"/>
          </a:ln>
        </p:spPr>
      </p:sp>
      <p:sp>
        <p:nvSpPr>
          <p:cNvPr id="33" name="text">
            <a:extLst xmlns:a="http://schemas.openxmlformats.org/drawingml/2006/main">
              <a:ext uri="{FF2B5EF4-FFF2-40B4-BE49-F238E27FC236}">
                <a16:creationId xmlns:a16="http://schemas.microsoft.com/office/drawing/2014/main" id="{FB850162-6B8A-4960-B938-DCCF074B2384}"/>
              </a:ext>
            </a:extLst>
          </p:cNvPr>
          <p:cNvSpPr>
            <a:spLocks xmlns:a="http://schemas.openxmlformats.org/drawingml/2006/main" noGrp="1"/>
          </p:cNvSpPr>
          <p:nvPr/>
        </p:nvSpPr>
        <p:spPr>
          <a:xfrm xmlns:a="http://schemas.openxmlformats.org/drawingml/2006/main">
            <a:off x="9220200" y="2171700"/>
            <a:ext cx="3581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Noto Sans KR"/>
                <a:ea typeface="Noto Sans KR"/>
                <a:cs typeface="Noto Sans KR"/>
              </a:defRPr>
            </a:defPPr>
            <a:lvl1pPr algn="l">
              <a:defRPr sz="1950" b="1">
                <a:solidFill>
                  <a:srgbClr val="FFFFFF"/>
                </a:solidFill>
                <a:latin typeface="Noto Sans KR"/>
                <a:ea typeface="Noto Sans KR"/>
                <a:cs typeface="Noto Sans KR"/>
              </a:defRPr>
            </a:lvl1pPr>
            <a:lvl2pPr algn="l">
              <a:defRPr sz="1950" b="1">
                <a:solidFill>
                  <a:srgbClr val="FFFFFF"/>
                </a:solidFill>
                <a:latin typeface="Noto Sans KR"/>
                <a:ea typeface="Noto Sans KR"/>
                <a:cs typeface="Noto Sans KR"/>
              </a:defRPr>
            </a:lvl2pPr>
            <a:lvl3pPr algn="l">
              <a:defRPr sz="1950" b="1">
                <a:solidFill>
                  <a:srgbClr val="FFFFFF"/>
                </a:solidFill>
                <a:latin typeface="Noto Sans KR"/>
                <a:ea typeface="Noto Sans KR"/>
                <a:cs typeface="Noto Sans KR"/>
              </a:defRPr>
            </a:lvl3pPr>
            <a:lvl4pPr algn="l">
              <a:defRPr sz="1950" b="1">
                <a:solidFill>
                  <a:srgbClr val="FFFFFF"/>
                </a:solidFill>
                <a:latin typeface="Noto Sans KR"/>
                <a:ea typeface="Noto Sans KR"/>
                <a:cs typeface="Noto Sans KR"/>
              </a:defRPr>
            </a:lvl4pPr>
            <a:lvl5pPr algn="l">
              <a:defRPr sz="1950" b="1">
                <a:solidFill>
                  <a:srgbClr val="FFFFFF"/>
                </a:solidFill>
                <a:latin typeface="Noto Sans KR"/>
                <a:ea typeface="Noto Sans KR"/>
                <a:cs typeface="Noto Sans KR"/>
              </a:defRPr>
            </a:lvl5pPr>
            <a:lvl6pPr algn="l">
              <a:defRPr sz="1950" b="1">
                <a:solidFill>
                  <a:srgbClr val="FFFFFF"/>
                </a:solidFill>
                <a:latin typeface="Noto Sans KR"/>
                <a:ea typeface="Noto Sans KR"/>
                <a:cs typeface="Noto Sans KR"/>
              </a:defRPr>
            </a:lvl6pPr>
            <a:lvl7pPr algn="l">
              <a:defRPr sz="1950" b="1">
                <a:solidFill>
                  <a:srgbClr val="FFFFFF"/>
                </a:solidFill>
                <a:latin typeface="Noto Sans KR"/>
                <a:ea typeface="Noto Sans KR"/>
                <a:cs typeface="Noto Sans KR"/>
              </a:defRPr>
            </a:lvl7pPr>
            <a:lvl8pPr algn="l">
              <a:defRPr sz="1950" b="1">
                <a:solidFill>
                  <a:srgbClr val="FFFFFF"/>
                </a:solidFill>
                <a:latin typeface="Noto Sans KR"/>
                <a:ea typeface="Noto Sans KR"/>
                <a:cs typeface="Noto Sans KR"/>
              </a:defRPr>
            </a:lvl8pPr>
            <a:lvl9pPr algn="l">
              <a:defRPr sz="1950" b="1">
                <a:solidFill>
                  <a:srgbClr val="FFFFFF"/>
                </a:solidFill>
                <a:latin typeface="Noto Sans KR"/>
                <a:ea typeface="Noto Sans KR"/>
                <a:cs typeface="Noto Sans KR"/>
              </a:defRPr>
            </a:lvl9pPr>
          </a:lstStyle>
          <a:p xmlns:a="http://schemas.openxmlformats.org/drawingml/2006/main">
            <a:pPr algn="l">
              <a:lnSpc>
                <a:spcPct val="118000"/>
              </a:lnSpc>
              <a:buNone/>
              <a:defRPr sz="1950" b="1">
                <a:solidFill>
                  <a:srgbClr val="FFFFFF"/>
                </a:solidFill>
                <a:latin typeface="Noto Sans KR"/>
                <a:ea typeface="Noto Sans KR"/>
                <a:cs typeface="Noto Sans KR"/>
              </a:defRPr>
            </a:pPr>
            <a:r>
              <a:rPr sz="1950" b="1">
                <a:solidFill>
                  <a:srgbClr val="FFFFFF"/>
                </a:solidFill>
                <a:latin typeface="Noto Sans KR"/>
                <a:ea typeface="Noto Sans KR"/>
                <a:cs typeface="Noto Sans KR"/>
              </a:rPr>
              <a:t>1. 원본 이벤트 기록</a:t>
            </a:r>
          </a:p>
        </p:txBody>
      </p:sp>
      <p:sp>
        <p:nvSpPr>
          <p:cNvPr id="34" name="text">
            <a:extLst xmlns:a="http://schemas.openxmlformats.org/drawingml/2006/main">
              <a:ext uri="{FF2B5EF4-FFF2-40B4-BE49-F238E27FC236}">
                <a16:creationId xmlns:a16="http://schemas.microsoft.com/office/drawing/2014/main" id="{3E411766-640D-4AB0-B419-62540064A9A8}"/>
              </a:ext>
            </a:extLst>
          </p:cNvPr>
          <p:cNvSpPr>
            <a:spLocks xmlns:a="http://schemas.openxmlformats.org/drawingml/2006/main" noGrp="1"/>
          </p:cNvSpPr>
          <p:nvPr/>
        </p:nvSpPr>
        <p:spPr>
          <a:xfrm xmlns:a="http://schemas.openxmlformats.org/drawingml/2006/main">
            <a:off x="9067800" y="2762250"/>
            <a:ext cx="38862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41719"/>
                </a:solidFill>
                <a:latin typeface="Noto Sans KR"/>
                <a:ea typeface="Noto Sans KR"/>
                <a:cs typeface="Noto Sans KR"/>
              </a:defRPr>
            </a:defPPr>
            <a:lvl1pPr algn="l">
              <a:defRPr sz="1650" b="0">
                <a:solidFill>
                  <a:srgbClr val="141719"/>
                </a:solidFill>
                <a:latin typeface="Noto Sans KR"/>
                <a:ea typeface="Noto Sans KR"/>
                <a:cs typeface="Noto Sans KR"/>
              </a:defRPr>
            </a:lvl1pPr>
            <a:lvl2pPr algn="l">
              <a:defRPr sz="1650" b="0">
                <a:solidFill>
                  <a:srgbClr val="141719"/>
                </a:solidFill>
                <a:latin typeface="Noto Sans KR"/>
                <a:ea typeface="Noto Sans KR"/>
                <a:cs typeface="Noto Sans KR"/>
              </a:defRPr>
            </a:lvl2pPr>
            <a:lvl3pPr algn="l">
              <a:defRPr sz="1650" b="0">
                <a:solidFill>
                  <a:srgbClr val="141719"/>
                </a:solidFill>
                <a:latin typeface="Noto Sans KR"/>
                <a:ea typeface="Noto Sans KR"/>
                <a:cs typeface="Noto Sans KR"/>
              </a:defRPr>
            </a:lvl3pPr>
            <a:lvl4pPr algn="l">
              <a:defRPr sz="1650" b="0">
                <a:solidFill>
                  <a:srgbClr val="141719"/>
                </a:solidFill>
                <a:latin typeface="Noto Sans KR"/>
                <a:ea typeface="Noto Sans KR"/>
                <a:cs typeface="Noto Sans KR"/>
              </a:defRPr>
            </a:lvl4pPr>
            <a:lvl5pPr algn="l">
              <a:defRPr sz="1650" b="0">
                <a:solidFill>
                  <a:srgbClr val="141719"/>
                </a:solidFill>
                <a:latin typeface="Noto Sans KR"/>
                <a:ea typeface="Noto Sans KR"/>
                <a:cs typeface="Noto Sans KR"/>
              </a:defRPr>
            </a:lvl5pPr>
            <a:lvl6pPr algn="l">
              <a:defRPr sz="1650" b="0">
                <a:solidFill>
                  <a:srgbClr val="141719"/>
                </a:solidFill>
                <a:latin typeface="Noto Sans KR"/>
                <a:ea typeface="Noto Sans KR"/>
                <a:cs typeface="Noto Sans KR"/>
              </a:defRPr>
            </a:lvl6pPr>
            <a:lvl7pPr algn="l">
              <a:defRPr sz="1650" b="0">
                <a:solidFill>
                  <a:srgbClr val="141719"/>
                </a:solidFill>
                <a:latin typeface="Noto Sans KR"/>
                <a:ea typeface="Noto Sans KR"/>
                <a:cs typeface="Noto Sans KR"/>
              </a:defRPr>
            </a:lvl7pPr>
            <a:lvl8pPr algn="l">
              <a:defRPr sz="1650" b="0">
                <a:solidFill>
                  <a:srgbClr val="141719"/>
                </a:solidFill>
                <a:latin typeface="Noto Sans KR"/>
                <a:ea typeface="Noto Sans KR"/>
                <a:cs typeface="Noto Sans KR"/>
              </a:defRPr>
            </a:lvl8pPr>
            <a:lvl9pPr algn="l">
              <a:defRPr sz="1650" b="0">
                <a:solidFill>
                  <a:srgbClr val="141719"/>
                </a:solidFill>
                <a:latin typeface="Noto Sans KR"/>
                <a:ea typeface="Noto Sans KR"/>
                <a:cs typeface="Noto Sans KR"/>
              </a:defRPr>
            </a:lvl9pPr>
          </a:lstStyle>
          <a:p xmlns:a="http://schemas.openxmlformats.org/drawingml/2006/main">
            <a:pPr algn="l">
              <a:lnSpc>
                <a:spcPct val="118000"/>
              </a:lnSpc>
              <a:buNone/>
              <a:defRPr sz="1650" b="0">
                <a:solidFill>
                  <a:srgbClr val="141719"/>
                </a:solidFill>
                <a:latin typeface="Noto Sans KR"/>
                <a:ea typeface="Noto Sans KR"/>
                <a:cs typeface="Noto Sans KR"/>
              </a:defRPr>
            </a:pPr>
            <a:r>
              <a:rPr sz="1650" b="0">
                <a:solidFill>
                  <a:srgbClr val="141719"/>
                </a:solidFill>
                <a:latin typeface="Noto Sans KR"/>
                <a:ea typeface="Noto Sans KR"/>
                <a:cs typeface="Noto Sans KR"/>
              </a:rPr>
              <a:t>HA가 상태 변화를 보낼 때 기록한다.</a:t>
            </a:r>
          </a:p>
          <a:p xmlns:a="http://schemas.openxmlformats.org/drawingml/2006/main">
            <a:pPr algn="l">
              <a:lnSpc>
                <a:spcPct val="118000"/>
              </a:lnSpc>
              <a:buNone/>
              <a:defRPr sz="1650" b="0">
                <a:solidFill>
                  <a:srgbClr val="141719"/>
                </a:solidFill>
                <a:latin typeface="Noto Sans KR"/>
                <a:ea typeface="Noto Sans KR"/>
                <a:cs typeface="Noto Sans KR"/>
              </a:defRPr>
            </a:pPr>
            <a:r>
              <a:rPr sz="1650" b="0">
                <a:solidFill>
                  <a:srgbClr val="141719"/>
                </a:solidFill>
                <a:latin typeface="Noto Sans KR"/>
                <a:ea typeface="Noto Sans KR"/>
                <a:cs typeface="Noto Sans KR"/>
              </a:rPr>
              <a:t>초기 상태 조회와 실제 변화 이벤트를</a:t>
            </a:r>
          </a:p>
          <a:p xmlns:a="http://schemas.openxmlformats.org/drawingml/2006/main">
            <a:pPr algn="l">
              <a:lnSpc>
                <a:spcPct val="118000"/>
              </a:lnSpc>
              <a:buNone/>
              <a:defRPr sz="1650" b="0">
                <a:solidFill>
                  <a:srgbClr val="141719"/>
                </a:solidFill>
                <a:latin typeface="Noto Sans KR"/>
                <a:ea typeface="Noto Sans KR"/>
                <a:cs typeface="Noto Sans KR"/>
              </a:defRPr>
            </a:pPr>
            <a:r>
              <a:rPr sz="1650" b="0">
                <a:solidFill>
                  <a:srgbClr val="141719"/>
                </a:solidFill>
                <a:latin typeface="Noto Sans KR"/>
                <a:ea typeface="Noto Sans KR"/>
                <a:cs typeface="Noto Sans KR"/>
              </a:rPr>
              <a:t>구분하고, 중복 기록을 정리한다.</a:t>
            </a:r>
          </a:p>
        </p:txBody>
      </p:sp>
      <p:sp>
        <p:nvSpPr>
          <p:cNvPr id="35" name="text">
            <a:extLst xmlns:a="http://schemas.openxmlformats.org/drawingml/2006/main">
              <a:ext uri="{FF2B5EF4-FFF2-40B4-BE49-F238E27FC236}">
                <a16:creationId xmlns:a16="http://schemas.microsoft.com/office/drawing/2014/main" id="{F4BF0A77-9CF9-4F30-B519-158BDABA35FF}"/>
              </a:ext>
            </a:extLst>
          </p:cNvPr>
          <p:cNvSpPr>
            <a:spLocks xmlns:a="http://schemas.openxmlformats.org/drawingml/2006/main" noGrp="1"/>
          </p:cNvSpPr>
          <p:nvPr/>
        </p:nvSpPr>
        <p:spPr>
          <a:xfrm xmlns:a="http://schemas.openxmlformats.org/drawingml/2006/main">
            <a:off x="9067800" y="3857625"/>
            <a:ext cx="388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0877E"/>
                </a:solidFill>
                <a:latin typeface="Noto Sans KR"/>
                <a:ea typeface="Noto Sans KR"/>
                <a:cs typeface="Noto Sans KR"/>
              </a:defRPr>
            </a:defPPr>
            <a:lvl1pPr algn="l">
              <a:defRPr sz="1275" b="1">
                <a:solidFill>
                  <a:srgbClr val="00877E"/>
                </a:solidFill>
                <a:latin typeface="Noto Sans KR"/>
                <a:ea typeface="Noto Sans KR"/>
                <a:cs typeface="Noto Sans KR"/>
              </a:defRPr>
            </a:lvl1pPr>
            <a:lvl2pPr algn="l">
              <a:defRPr sz="1275" b="1">
                <a:solidFill>
                  <a:srgbClr val="00877E"/>
                </a:solidFill>
                <a:latin typeface="Noto Sans KR"/>
                <a:ea typeface="Noto Sans KR"/>
                <a:cs typeface="Noto Sans KR"/>
              </a:defRPr>
            </a:lvl2pPr>
            <a:lvl3pPr algn="l">
              <a:defRPr sz="1275" b="1">
                <a:solidFill>
                  <a:srgbClr val="00877E"/>
                </a:solidFill>
                <a:latin typeface="Noto Sans KR"/>
                <a:ea typeface="Noto Sans KR"/>
                <a:cs typeface="Noto Sans KR"/>
              </a:defRPr>
            </a:lvl3pPr>
            <a:lvl4pPr algn="l">
              <a:defRPr sz="1275" b="1">
                <a:solidFill>
                  <a:srgbClr val="00877E"/>
                </a:solidFill>
                <a:latin typeface="Noto Sans KR"/>
                <a:ea typeface="Noto Sans KR"/>
                <a:cs typeface="Noto Sans KR"/>
              </a:defRPr>
            </a:lvl4pPr>
            <a:lvl5pPr algn="l">
              <a:defRPr sz="1275" b="1">
                <a:solidFill>
                  <a:srgbClr val="00877E"/>
                </a:solidFill>
                <a:latin typeface="Noto Sans KR"/>
                <a:ea typeface="Noto Sans KR"/>
                <a:cs typeface="Noto Sans KR"/>
              </a:defRPr>
            </a:lvl5pPr>
            <a:lvl6pPr algn="l">
              <a:defRPr sz="1275" b="1">
                <a:solidFill>
                  <a:srgbClr val="00877E"/>
                </a:solidFill>
                <a:latin typeface="Noto Sans KR"/>
                <a:ea typeface="Noto Sans KR"/>
                <a:cs typeface="Noto Sans KR"/>
              </a:defRPr>
            </a:lvl6pPr>
            <a:lvl7pPr algn="l">
              <a:defRPr sz="1275" b="1">
                <a:solidFill>
                  <a:srgbClr val="00877E"/>
                </a:solidFill>
                <a:latin typeface="Noto Sans KR"/>
                <a:ea typeface="Noto Sans KR"/>
                <a:cs typeface="Noto Sans KR"/>
              </a:defRPr>
            </a:lvl7pPr>
            <a:lvl8pPr algn="l">
              <a:defRPr sz="1275" b="1">
                <a:solidFill>
                  <a:srgbClr val="00877E"/>
                </a:solidFill>
                <a:latin typeface="Noto Sans KR"/>
                <a:ea typeface="Noto Sans KR"/>
                <a:cs typeface="Noto Sans KR"/>
              </a:defRPr>
            </a:lvl8pPr>
            <a:lvl9pPr algn="l">
              <a:defRPr sz="1275" b="1">
                <a:solidFill>
                  <a:srgbClr val="00877E"/>
                </a:solidFill>
                <a:latin typeface="Noto Sans KR"/>
                <a:ea typeface="Noto Sans KR"/>
                <a:cs typeface="Noto Sans KR"/>
              </a:defRPr>
            </a:lvl9pPr>
          </a:lstStyle>
          <a:p xmlns:a="http://schemas.openxmlformats.org/drawingml/2006/main">
            <a:pPr algn="l">
              <a:lnSpc>
                <a:spcPct val="118000"/>
              </a:lnSpc>
              <a:buNone/>
              <a:defRPr sz="1275" b="1">
                <a:solidFill>
                  <a:srgbClr val="00877E"/>
                </a:solidFill>
                <a:latin typeface="Noto Sans KR"/>
                <a:ea typeface="Noto Sans KR"/>
                <a:cs typeface="Noto Sans KR"/>
              </a:defRPr>
            </a:pPr>
            <a:r>
              <a:rPr sz="1275" b="1">
                <a:solidFill>
                  <a:srgbClr val="00877E"/>
                </a:solidFill>
                <a:latin typeface="Noto Sans KR"/>
                <a:ea typeface="Noto Sans KR"/>
                <a:cs typeface="Noto Sans KR"/>
              </a:rPr>
              <a:t>총 52건: 세탁기 3건, 식기세척기 6건</a:t>
            </a:r>
          </a:p>
        </p:txBody>
      </p:sp>
      <p:sp>
        <p:nvSpPr>
          <p:cNvPr id="36" name="">
            <a:extLst xmlns:a="http://schemas.openxmlformats.org/drawingml/2006/main">
              <a:ext uri="{FF2B5EF4-FFF2-40B4-BE49-F238E27FC236}">
                <a16:creationId xmlns:a16="http://schemas.microsoft.com/office/drawing/2014/main" id="{E034E24B-2B10-4D2D-992B-C3D7843A87F5}"/>
              </a:ext>
            </a:extLst>
          </p:cNvPr>
          <p:cNvSpPr>
            <a:spLocks xmlns:a="http://schemas.openxmlformats.org/drawingml/2006/main" noGrp="1"/>
          </p:cNvSpPr>
          <p:nvPr/>
        </p:nvSpPr>
        <p:spPr>
          <a:xfrm xmlns:a="http://schemas.openxmlformats.org/drawingml/2006/main">
            <a:off x="762000" y="4324350"/>
            <a:ext cx="12192000" cy="0"/>
          </a:xfrm>
          <a:prstGeom xmlns:a="http://schemas.openxmlformats.org/drawingml/2006/main" prst="line">
            <a:avLst/>
          </a:prstGeom>
          <a:noFill xmlns:a="http://schemas.openxmlformats.org/drawingml/2006/main"/>
          <a:ln xmlns:a="http://schemas.openxmlformats.org/drawingml/2006/main" w="9525">
            <a:solidFill>
              <a:srgbClr val="D6DEE0"/>
            </a:solidFill>
            <a:prstDash val="solid"/>
          </a:ln>
        </p:spPr>
      </p:sp>
      <p:sp>
        <p:nvSpPr>
          <p:cNvPr id="37" name="text">
            <a:extLst xmlns:a="http://schemas.openxmlformats.org/drawingml/2006/main">
              <a:ext uri="{FF2B5EF4-FFF2-40B4-BE49-F238E27FC236}">
                <a16:creationId xmlns:a16="http://schemas.microsoft.com/office/drawing/2014/main" id="{B2380F80-E16F-4187-8381-07E894B4233A}"/>
              </a:ext>
            </a:extLst>
          </p:cNvPr>
          <p:cNvSpPr>
            <a:spLocks xmlns:a="http://schemas.openxmlformats.org/drawingml/2006/main" noGrp="1"/>
          </p:cNvSpPr>
          <p:nvPr/>
        </p:nvSpPr>
        <p:spPr>
          <a:xfrm xmlns:a="http://schemas.openxmlformats.org/drawingml/2006/main">
            <a:off x="762000" y="4533900"/>
            <a:ext cx="762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41719"/>
                </a:solidFill>
                <a:latin typeface="Noto Sans KR"/>
                <a:ea typeface="Noto Sans KR"/>
                <a:cs typeface="Noto Sans KR"/>
              </a:defRPr>
            </a:defPPr>
            <a:lvl1pPr algn="l">
              <a:defRPr sz="1575" b="1">
                <a:solidFill>
                  <a:srgbClr val="141719"/>
                </a:solidFill>
                <a:latin typeface="Noto Sans KR"/>
                <a:ea typeface="Noto Sans KR"/>
                <a:cs typeface="Noto Sans KR"/>
              </a:defRPr>
            </a:lvl1pPr>
            <a:lvl2pPr algn="l">
              <a:defRPr sz="1575" b="1">
                <a:solidFill>
                  <a:srgbClr val="141719"/>
                </a:solidFill>
                <a:latin typeface="Noto Sans KR"/>
                <a:ea typeface="Noto Sans KR"/>
                <a:cs typeface="Noto Sans KR"/>
              </a:defRPr>
            </a:lvl2pPr>
            <a:lvl3pPr algn="l">
              <a:defRPr sz="1575" b="1">
                <a:solidFill>
                  <a:srgbClr val="141719"/>
                </a:solidFill>
                <a:latin typeface="Noto Sans KR"/>
                <a:ea typeface="Noto Sans KR"/>
                <a:cs typeface="Noto Sans KR"/>
              </a:defRPr>
            </a:lvl3pPr>
            <a:lvl4pPr algn="l">
              <a:defRPr sz="1575" b="1">
                <a:solidFill>
                  <a:srgbClr val="141719"/>
                </a:solidFill>
                <a:latin typeface="Noto Sans KR"/>
                <a:ea typeface="Noto Sans KR"/>
                <a:cs typeface="Noto Sans KR"/>
              </a:defRPr>
            </a:lvl4pPr>
            <a:lvl5pPr algn="l">
              <a:defRPr sz="1575" b="1">
                <a:solidFill>
                  <a:srgbClr val="141719"/>
                </a:solidFill>
                <a:latin typeface="Noto Sans KR"/>
                <a:ea typeface="Noto Sans KR"/>
                <a:cs typeface="Noto Sans KR"/>
              </a:defRPr>
            </a:lvl5pPr>
            <a:lvl6pPr algn="l">
              <a:defRPr sz="1575" b="1">
                <a:solidFill>
                  <a:srgbClr val="141719"/>
                </a:solidFill>
                <a:latin typeface="Noto Sans KR"/>
                <a:ea typeface="Noto Sans KR"/>
                <a:cs typeface="Noto Sans KR"/>
              </a:defRPr>
            </a:lvl6pPr>
            <a:lvl7pPr algn="l">
              <a:defRPr sz="1575" b="1">
                <a:solidFill>
                  <a:srgbClr val="141719"/>
                </a:solidFill>
                <a:latin typeface="Noto Sans KR"/>
                <a:ea typeface="Noto Sans KR"/>
                <a:cs typeface="Noto Sans KR"/>
              </a:defRPr>
            </a:lvl7pPr>
            <a:lvl8pPr algn="l">
              <a:defRPr sz="1575" b="1">
                <a:solidFill>
                  <a:srgbClr val="141719"/>
                </a:solidFill>
                <a:latin typeface="Noto Sans KR"/>
                <a:ea typeface="Noto Sans KR"/>
                <a:cs typeface="Noto Sans KR"/>
              </a:defRPr>
            </a:lvl8pPr>
            <a:lvl9pPr algn="l">
              <a:defRPr sz="1575" b="1">
                <a:solidFill>
                  <a:srgbClr val="141719"/>
                </a:solidFill>
                <a:latin typeface="Noto Sans KR"/>
                <a:ea typeface="Noto Sans KR"/>
                <a:cs typeface="Noto Sans KR"/>
              </a:defRPr>
            </a:lvl9pPr>
          </a:lstStyle>
          <a:p xmlns:a="http://schemas.openxmlformats.org/drawingml/2006/main">
            <a:pPr algn="l">
              <a:lnSpc>
                <a:spcPct val="118000"/>
              </a:lnSpc>
              <a:buNone/>
              <a:defRPr sz="1575" b="1">
                <a:solidFill>
                  <a:srgbClr val="141719"/>
                </a:solidFill>
                <a:latin typeface="Noto Sans KR"/>
                <a:ea typeface="Noto Sans KR"/>
                <a:cs typeface="Noto Sans KR"/>
              </a:defRPr>
            </a:pPr>
            <a:r>
              <a:rPr sz="1575" b="1">
                <a:solidFill>
                  <a:srgbClr val="141719"/>
                </a:solidFill>
                <a:latin typeface="Noto Sans KR"/>
                <a:ea typeface="Noto Sans KR"/>
                <a:cs typeface="Noto Sans KR"/>
              </a:rPr>
              <a:t>표준화한 54개 특징값 (48개 시점 × 54개 변수)</a:t>
            </a:r>
          </a:p>
        </p:txBody>
      </p:sp>
      <p:graphicFrame>
        <p:nvGraphicFramePr>
          <p:cNvPr id="38" name="">
            <a:extLst xmlns:a="http://schemas.openxmlformats.org/drawingml/2006/main">
              <a:ext uri="{FF2B5EF4-FFF2-40B4-BE49-F238E27FC236}">
                <a16:creationId xmlns:a16="http://schemas.microsoft.com/office/drawing/2014/main" id="{52094910-9C96-48E0-AB54-B9282CB36B37}"/>
              </a:ext>
            </a:extLst>
          </p:cNvPr>
          <p:cNvGraphicFramePr/>
          <p:nvPr/>
        </p:nvGraphicFramePr>
        <p:xfrm>
          <a:off xmlns:a="http://schemas.openxmlformats.org/drawingml/2006/main" x="1962150" y="4953000"/>
          <a:ext xmlns:a="http://schemas.openxmlformats.org/drawingml/2006/main" cx="5753100" cy="1733550"/>
        </p:xfrm>
        <a:graphic xmlns:a="http://schemas.openxmlformats.org/drawingml/2006/main">
          <a:graphicData uri="http://schemas.openxmlformats.org/drawingml/2006/table">
            <a:tbl>
              <a:tblPr firstRow="0" bandRow="0" bandCol="0"/>
              <a:tblGrid>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gridCol w="119856"/>
              </a:tblGrid>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6ECB5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689"/>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8AD44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FDE72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FDE72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FDE72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8AD44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FDE72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55E8B"/>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FDE72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FDE72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1DA3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C8A"/>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B771"/>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FDE72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B771"/>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FDE72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6DB3D"/>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6DB3D"/>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6DB3D"/>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B6DB3D"/>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75A8A"/>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31362"/>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31B6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236E"/>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2C7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347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13C81"/>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144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E4A8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B51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7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D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364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06A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D708D"/>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B768E"/>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97C8D"/>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882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788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8E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5948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9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39F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7AB81"/>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31362"/>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31B6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236E"/>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2C74"/>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347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13C81"/>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144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E4A8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B51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7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D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364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06A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D708D"/>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B768E"/>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97C8D"/>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882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788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8E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5948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9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39F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7AB81"/>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49C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C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C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C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C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C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C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C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C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C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C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C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C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C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C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046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C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C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C86"/>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B768E"/>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884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599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E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3A0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E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599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884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B768E"/>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7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F488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1397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2C7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256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3226D"/>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256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2C7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1397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F488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7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B768E"/>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884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599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E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3A0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E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599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884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B768E"/>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2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7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F488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1397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2C7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256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3226D"/>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256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2C7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1397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F488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9578A"/>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3A1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39F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1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885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A778E"/>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1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857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F488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1397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2D7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256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3226D"/>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256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2D7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1397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F488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857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1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A778E"/>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885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1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39F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3A1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39F86"/>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1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885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A778E"/>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1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857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F488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1397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2D7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256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3226D"/>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256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22D7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41397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F4888"/>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857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1678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A778E"/>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8858B"/>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1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39F86"/>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49A8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2A585"/>
                    </a:solidFill>
                  </a:tcPr>
                </a:tc>
              </a:tr>
              <a:tr h="32103">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269089"/>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365E8A"/>
                    </a:solidFill>
                  </a:tcPr>
                </a:tc>
              </a:tr>
            </a:tbl>
          </a:graphicData>
        </a:graphic>
      </p:graphicFrame>
      <p:sp>
        <p:nvSpPr>
          <p:cNvPr id="39" name="standardized-feature-heatmap">
            <a:extLst xmlns:a="http://schemas.openxmlformats.org/drawingml/2006/main">
              <a:ext uri="{FF2B5EF4-FFF2-40B4-BE49-F238E27FC236}">
                <a16:creationId xmlns:a16="http://schemas.microsoft.com/office/drawing/2014/main" id="{D58802C2-AC56-4DDB-B2F7-A72C7BEEDEF4}"/>
              </a:ext>
            </a:extLst>
          </p:cNvPr>
          <p:cNvSpPr>
            <a:spLocks xmlns:a="http://schemas.openxmlformats.org/drawingml/2006/main" noGrp="1"/>
          </p:cNvSpPr>
          <p:nvPr/>
        </p:nvSpPr>
        <p:spPr>
          <a:xfrm xmlns:a="http://schemas.openxmlformats.org/drawingml/2006/main">
            <a:off x="1962150" y="4953000"/>
            <a:ext cx="5753100" cy="1733550"/>
          </a:xfrm>
          <a:prstGeom xmlns:a="http://schemas.openxmlformats.org/drawingml/2006/main" prst="rect">
            <a:avLst/>
          </a:prstGeom>
          <a:noFill xmlns:a="http://schemas.openxmlformats.org/drawingml/2006/main"/>
          <a:ln xmlns:a="http://schemas.openxmlformats.org/drawingml/2006/main" w="7620">
            <a:solidFill>
              <a:srgbClr val="586368"/>
            </a:solidFill>
            <a:prstDash val="solid"/>
          </a:ln>
        </p:spPr>
      </p:sp>
      <p:sp>
        <p:nvSpPr>
          <p:cNvPr id="40" name="text">
            <a:extLst xmlns:a="http://schemas.openxmlformats.org/drawingml/2006/main">
              <a:ext uri="{FF2B5EF4-FFF2-40B4-BE49-F238E27FC236}">
                <a16:creationId xmlns:a16="http://schemas.microsoft.com/office/drawing/2014/main" id="{C4E697F4-67C9-4C48-9BE0-B3AA7BBF5230}"/>
              </a:ext>
            </a:extLst>
          </p:cNvPr>
          <p:cNvSpPr>
            <a:spLocks xmlns:a="http://schemas.openxmlformats.org/drawingml/2006/main" noGrp="1"/>
          </p:cNvSpPr>
          <p:nvPr/>
        </p:nvSpPr>
        <p:spPr>
          <a:xfrm xmlns:a="http://schemas.openxmlformats.org/drawingml/2006/main">
            <a:off x="762000" y="4989160"/>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13" b="0">
                <a:solidFill>
                  <a:srgbClr val="586368"/>
                </a:solidFill>
                <a:latin typeface="Noto Sans KR"/>
                <a:ea typeface="Noto Sans KR"/>
                <a:cs typeface="Noto Sans KR"/>
              </a:defRPr>
            </a:defPPr>
            <a:lvl1pPr algn="r">
              <a:defRPr sz="1013" b="0">
                <a:solidFill>
                  <a:srgbClr val="586368"/>
                </a:solidFill>
                <a:latin typeface="Noto Sans KR"/>
                <a:ea typeface="Noto Sans KR"/>
                <a:cs typeface="Noto Sans KR"/>
              </a:defRPr>
            </a:lvl1pPr>
            <a:lvl2pPr algn="r">
              <a:defRPr sz="1013" b="0">
                <a:solidFill>
                  <a:srgbClr val="586368"/>
                </a:solidFill>
                <a:latin typeface="Noto Sans KR"/>
                <a:ea typeface="Noto Sans KR"/>
                <a:cs typeface="Noto Sans KR"/>
              </a:defRPr>
            </a:lvl2pPr>
            <a:lvl3pPr algn="r">
              <a:defRPr sz="1013" b="0">
                <a:solidFill>
                  <a:srgbClr val="586368"/>
                </a:solidFill>
                <a:latin typeface="Noto Sans KR"/>
                <a:ea typeface="Noto Sans KR"/>
                <a:cs typeface="Noto Sans KR"/>
              </a:defRPr>
            </a:lvl3pPr>
            <a:lvl4pPr algn="r">
              <a:defRPr sz="1013" b="0">
                <a:solidFill>
                  <a:srgbClr val="586368"/>
                </a:solidFill>
                <a:latin typeface="Noto Sans KR"/>
                <a:ea typeface="Noto Sans KR"/>
                <a:cs typeface="Noto Sans KR"/>
              </a:defRPr>
            </a:lvl4pPr>
            <a:lvl5pPr algn="r">
              <a:defRPr sz="1013" b="0">
                <a:solidFill>
                  <a:srgbClr val="586368"/>
                </a:solidFill>
                <a:latin typeface="Noto Sans KR"/>
                <a:ea typeface="Noto Sans KR"/>
                <a:cs typeface="Noto Sans KR"/>
              </a:defRPr>
            </a:lvl5pPr>
            <a:lvl6pPr algn="r">
              <a:defRPr sz="1013" b="0">
                <a:solidFill>
                  <a:srgbClr val="586368"/>
                </a:solidFill>
                <a:latin typeface="Noto Sans KR"/>
                <a:ea typeface="Noto Sans KR"/>
                <a:cs typeface="Noto Sans KR"/>
              </a:defRPr>
            </a:lvl6pPr>
            <a:lvl7pPr algn="r">
              <a:defRPr sz="1013" b="0">
                <a:solidFill>
                  <a:srgbClr val="586368"/>
                </a:solidFill>
                <a:latin typeface="Noto Sans KR"/>
                <a:ea typeface="Noto Sans KR"/>
                <a:cs typeface="Noto Sans KR"/>
              </a:defRPr>
            </a:lvl7pPr>
            <a:lvl8pPr algn="r">
              <a:defRPr sz="1013" b="0">
                <a:solidFill>
                  <a:srgbClr val="586368"/>
                </a:solidFill>
                <a:latin typeface="Noto Sans KR"/>
                <a:ea typeface="Noto Sans KR"/>
                <a:cs typeface="Noto Sans KR"/>
              </a:defRPr>
            </a:lvl8pPr>
            <a:lvl9pPr algn="r">
              <a:defRPr sz="1013" b="0">
                <a:solidFill>
                  <a:srgbClr val="586368"/>
                </a:solidFill>
                <a:latin typeface="Noto Sans KR"/>
                <a:ea typeface="Noto Sans KR"/>
                <a:cs typeface="Noto Sans KR"/>
              </a:defRPr>
            </a:lvl9pPr>
          </a:lstStyle>
          <a:p xmlns:a="http://schemas.openxmlformats.org/drawingml/2006/main">
            <a:pPr algn="r">
              <a:lnSpc>
                <a:spcPct val="118000"/>
              </a:lnSpc>
              <a:buNone/>
              <a:defRPr sz="1013" b="0">
                <a:solidFill>
                  <a:srgbClr val="586368"/>
                </a:solidFill>
                <a:latin typeface="Noto Sans KR"/>
                <a:ea typeface="Noto Sans KR"/>
                <a:cs typeface="Noto Sans KR"/>
              </a:defRPr>
            </a:pPr>
            <a:r>
              <a:rPr sz="1013" b="0">
                <a:solidFill>
                  <a:srgbClr val="586368"/>
                </a:solidFill>
                <a:latin typeface="Noto Sans KR"/>
                <a:ea typeface="Noto Sans KR"/>
                <a:cs typeface="Noto Sans KR"/>
              </a:rPr>
              <a:t>냉장고</a:t>
            </a:r>
          </a:p>
        </p:txBody>
      </p:sp>
      <p:sp>
        <p:nvSpPr>
          <p:cNvPr id="41" name="text">
            <a:extLst xmlns:a="http://schemas.openxmlformats.org/drawingml/2006/main">
              <a:ext uri="{FF2B5EF4-FFF2-40B4-BE49-F238E27FC236}">
                <a16:creationId xmlns:a16="http://schemas.microsoft.com/office/drawing/2014/main" id="{FB668D28-A0B9-4C5D-877F-4513C3465A63}"/>
              </a:ext>
            </a:extLst>
          </p:cNvPr>
          <p:cNvSpPr>
            <a:spLocks xmlns:a="http://schemas.openxmlformats.org/drawingml/2006/main" noGrp="1"/>
          </p:cNvSpPr>
          <p:nvPr/>
        </p:nvSpPr>
        <p:spPr>
          <a:xfrm xmlns:a="http://schemas.openxmlformats.org/drawingml/2006/main">
            <a:off x="762000" y="5213879"/>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13" b="0">
                <a:solidFill>
                  <a:srgbClr val="586368"/>
                </a:solidFill>
                <a:latin typeface="Noto Sans KR"/>
                <a:ea typeface="Noto Sans KR"/>
                <a:cs typeface="Noto Sans KR"/>
              </a:defRPr>
            </a:defPPr>
            <a:lvl1pPr algn="r">
              <a:defRPr sz="1013" b="0">
                <a:solidFill>
                  <a:srgbClr val="586368"/>
                </a:solidFill>
                <a:latin typeface="Noto Sans KR"/>
                <a:ea typeface="Noto Sans KR"/>
                <a:cs typeface="Noto Sans KR"/>
              </a:defRPr>
            </a:lvl1pPr>
            <a:lvl2pPr algn="r">
              <a:defRPr sz="1013" b="0">
                <a:solidFill>
                  <a:srgbClr val="586368"/>
                </a:solidFill>
                <a:latin typeface="Noto Sans KR"/>
                <a:ea typeface="Noto Sans KR"/>
                <a:cs typeface="Noto Sans KR"/>
              </a:defRPr>
            </a:lvl2pPr>
            <a:lvl3pPr algn="r">
              <a:defRPr sz="1013" b="0">
                <a:solidFill>
                  <a:srgbClr val="586368"/>
                </a:solidFill>
                <a:latin typeface="Noto Sans KR"/>
                <a:ea typeface="Noto Sans KR"/>
                <a:cs typeface="Noto Sans KR"/>
              </a:defRPr>
            </a:lvl3pPr>
            <a:lvl4pPr algn="r">
              <a:defRPr sz="1013" b="0">
                <a:solidFill>
                  <a:srgbClr val="586368"/>
                </a:solidFill>
                <a:latin typeface="Noto Sans KR"/>
                <a:ea typeface="Noto Sans KR"/>
                <a:cs typeface="Noto Sans KR"/>
              </a:defRPr>
            </a:lvl4pPr>
            <a:lvl5pPr algn="r">
              <a:defRPr sz="1013" b="0">
                <a:solidFill>
                  <a:srgbClr val="586368"/>
                </a:solidFill>
                <a:latin typeface="Noto Sans KR"/>
                <a:ea typeface="Noto Sans KR"/>
                <a:cs typeface="Noto Sans KR"/>
              </a:defRPr>
            </a:lvl5pPr>
            <a:lvl6pPr algn="r">
              <a:defRPr sz="1013" b="0">
                <a:solidFill>
                  <a:srgbClr val="586368"/>
                </a:solidFill>
                <a:latin typeface="Noto Sans KR"/>
                <a:ea typeface="Noto Sans KR"/>
                <a:cs typeface="Noto Sans KR"/>
              </a:defRPr>
            </a:lvl6pPr>
            <a:lvl7pPr algn="r">
              <a:defRPr sz="1013" b="0">
                <a:solidFill>
                  <a:srgbClr val="586368"/>
                </a:solidFill>
                <a:latin typeface="Noto Sans KR"/>
                <a:ea typeface="Noto Sans KR"/>
                <a:cs typeface="Noto Sans KR"/>
              </a:defRPr>
            </a:lvl7pPr>
            <a:lvl8pPr algn="r">
              <a:defRPr sz="1013" b="0">
                <a:solidFill>
                  <a:srgbClr val="586368"/>
                </a:solidFill>
                <a:latin typeface="Noto Sans KR"/>
                <a:ea typeface="Noto Sans KR"/>
                <a:cs typeface="Noto Sans KR"/>
              </a:defRPr>
            </a:lvl8pPr>
            <a:lvl9pPr algn="r">
              <a:defRPr sz="1013" b="0">
                <a:solidFill>
                  <a:srgbClr val="586368"/>
                </a:solidFill>
                <a:latin typeface="Noto Sans KR"/>
                <a:ea typeface="Noto Sans KR"/>
                <a:cs typeface="Noto Sans KR"/>
              </a:defRPr>
            </a:lvl9pPr>
          </a:lstStyle>
          <a:p xmlns:a="http://schemas.openxmlformats.org/drawingml/2006/main">
            <a:pPr algn="r">
              <a:lnSpc>
                <a:spcPct val="118000"/>
              </a:lnSpc>
              <a:buNone/>
              <a:defRPr sz="1013" b="0">
                <a:solidFill>
                  <a:srgbClr val="586368"/>
                </a:solidFill>
                <a:latin typeface="Noto Sans KR"/>
                <a:ea typeface="Noto Sans KR"/>
                <a:cs typeface="Noto Sans KR"/>
              </a:defRPr>
            </a:pPr>
            <a:r>
              <a:rPr sz="1013" b="0">
                <a:solidFill>
                  <a:srgbClr val="586368"/>
                </a:solidFill>
                <a:latin typeface="Noto Sans KR"/>
                <a:ea typeface="Noto Sans KR"/>
                <a:cs typeface="Noto Sans KR"/>
              </a:rPr>
              <a:t>도어락</a:t>
            </a:r>
          </a:p>
        </p:txBody>
      </p:sp>
      <p:sp>
        <p:nvSpPr>
          <p:cNvPr id="42" name="">
            <a:extLst xmlns:a="http://schemas.openxmlformats.org/drawingml/2006/main">
              <a:ext uri="{FF2B5EF4-FFF2-40B4-BE49-F238E27FC236}">
                <a16:creationId xmlns:a16="http://schemas.microsoft.com/office/drawing/2014/main" id="{DCCA32F5-068E-46E1-8760-259F46D3A637}"/>
              </a:ext>
            </a:extLst>
          </p:cNvPr>
          <p:cNvSpPr>
            <a:spLocks xmlns:a="http://schemas.openxmlformats.org/drawingml/2006/main" noGrp="1"/>
          </p:cNvSpPr>
          <p:nvPr/>
        </p:nvSpPr>
        <p:spPr>
          <a:xfrm xmlns:a="http://schemas.openxmlformats.org/drawingml/2006/main">
            <a:off x="1962150" y="5177719"/>
            <a:ext cx="5753100" cy="0"/>
          </a:xfrm>
          <a:prstGeom xmlns:a="http://schemas.openxmlformats.org/drawingml/2006/main" prst="line">
            <a:avLst/>
          </a:prstGeom>
          <a:noFill xmlns:a="http://schemas.openxmlformats.org/drawingml/2006/main"/>
          <a:ln xmlns:a="http://schemas.openxmlformats.org/drawingml/2006/main" w="4763">
            <a:solidFill>
              <a:srgbClr val="FFFFFF"/>
            </a:solidFill>
            <a:prstDash val="solid"/>
          </a:ln>
        </p:spPr>
      </p:sp>
      <p:sp>
        <p:nvSpPr>
          <p:cNvPr id="43" name="text">
            <a:extLst xmlns:a="http://schemas.openxmlformats.org/drawingml/2006/main">
              <a:ext uri="{FF2B5EF4-FFF2-40B4-BE49-F238E27FC236}">
                <a16:creationId xmlns:a16="http://schemas.microsoft.com/office/drawing/2014/main" id="{185481A1-7E37-4848-9B57-3FC1CF2B440C}"/>
              </a:ext>
            </a:extLst>
          </p:cNvPr>
          <p:cNvSpPr>
            <a:spLocks xmlns:a="http://schemas.openxmlformats.org/drawingml/2006/main" noGrp="1"/>
          </p:cNvSpPr>
          <p:nvPr/>
        </p:nvSpPr>
        <p:spPr>
          <a:xfrm xmlns:a="http://schemas.openxmlformats.org/drawingml/2006/main">
            <a:off x="762000" y="5422547"/>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13" b="0">
                <a:solidFill>
                  <a:srgbClr val="586368"/>
                </a:solidFill>
                <a:latin typeface="Noto Sans KR"/>
                <a:ea typeface="Noto Sans KR"/>
                <a:cs typeface="Noto Sans KR"/>
              </a:defRPr>
            </a:defPPr>
            <a:lvl1pPr algn="r">
              <a:defRPr sz="1013" b="0">
                <a:solidFill>
                  <a:srgbClr val="586368"/>
                </a:solidFill>
                <a:latin typeface="Noto Sans KR"/>
                <a:ea typeface="Noto Sans KR"/>
                <a:cs typeface="Noto Sans KR"/>
              </a:defRPr>
            </a:lvl1pPr>
            <a:lvl2pPr algn="r">
              <a:defRPr sz="1013" b="0">
                <a:solidFill>
                  <a:srgbClr val="586368"/>
                </a:solidFill>
                <a:latin typeface="Noto Sans KR"/>
                <a:ea typeface="Noto Sans KR"/>
                <a:cs typeface="Noto Sans KR"/>
              </a:defRPr>
            </a:lvl2pPr>
            <a:lvl3pPr algn="r">
              <a:defRPr sz="1013" b="0">
                <a:solidFill>
                  <a:srgbClr val="586368"/>
                </a:solidFill>
                <a:latin typeface="Noto Sans KR"/>
                <a:ea typeface="Noto Sans KR"/>
                <a:cs typeface="Noto Sans KR"/>
              </a:defRPr>
            </a:lvl3pPr>
            <a:lvl4pPr algn="r">
              <a:defRPr sz="1013" b="0">
                <a:solidFill>
                  <a:srgbClr val="586368"/>
                </a:solidFill>
                <a:latin typeface="Noto Sans KR"/>
                <a:ea typeface="Noto Sans KR"/>
                <a:cs typeface="Noto Sans KR"/>
              </a:defRPr>
            </a:lvl4pPr>
            <a:lvl5pPr algn="r">
              <a:defRPr sz="1013" b="0">
                <a:solidFill>
                  <a:srgbClr val="586368"/>
                </a:solidFill>
                <a:latin typeface="Noto Sans KR"/>
                <a:ea typeface="Noto Sans KR"/>
                <a:cs typeface="Noto Sans KR"/>
              </a:defRPr>
            </a:lvl5pPr>
            <a:lvl6pPr algn="r">
              <a:defRPr sz="1013" b="0">
                <a:solidFill>
                  <a:srgbClr val="586368"/>
                </a:solidFill>
                <a:latin typeface="Noto Sans KR"/>
                <a:ea typeface="Noto Sans KR"/>
                <a:cs typeface="Noto Sans KR"/>
              </a:defRPr>
            </a:lvl6pPr>
            <a:lvl7pPr algn="r">
              <a:defRPr sz="1013" b="0">
                <a:solidFill>
                  <a:srgbClr val="586368"/>
                </a:solidFill>
                <a:latin typeface="Noto Sans KR"/>
                <a:ea typeface="Noto Sans KR"/>
                <a:cs typeface="Noto Sans KR"/>
              </a:defRPr>
            </a:lvl7pPr>
            <a:lvl8pPr algn="r">
              <a:defRPr sz="1013" b="0">
                <a:solidFill>
                  <a:srgbClr val="586368"/>
                </a:solidFill>
                <a:latin typeface="Noto Sans KR"/>
                <a:ea typeface="Noto Sans KR"/>
                <a:cs typeface="Noto Sans KR"/>
              </a:defRPr>
            </a:lvl8pPr>
            <a:lvl9pPr algn="r">
              <a:defRPr sz="1013" b="0">
                <a:solidFill>
                  <a:srgbClr val="586368"/>
                </a:solidFill>
                <a:latin typeface="Noto Sans KR"/>
                <a:ea typeface="Noto Sans KR"/>
                <a:cs typeface="Noto Sans KR"/>
              </a:defRPr>
            </a:lvl9pPr>
          </a:lstStyle>
          <a:p xmlns:a="http://schemas.openxmlformats.org/drawingml/2006/main">
            <a:pPr algn="r">
              <a:lnSpc>
                <a:spcPct val="118000"/>
              </a:lnSpc>
              <a:buNone/>
              <a:defRPr sz="1013" b="0">
                <a:solidFill>
                  <a:srgbClr val="586368"/>
                </a:solidFill>
                <a:latin typeface="Noto Sans KR"/>
                <a:ea typeface="Noto Sans KR"/>
                <a:cs typeface="Noto Sans KR"/>
              </a:defRPr>
            </a:pPr>
            <a:r>
              <a:rPr sz="1013" b="0">
                <a:solidFill>
                  <a:srgbClr val="586368"/>
                </a:solidFill>
                <a:latin typeface="Noto Sans KR"/>
                <a:ea typeface="Noto Sans KR"/>
                <a:cs typeface="Noto Sans KR"/>
              </a:rPr>
              <a:t>전자레인지</a:t>
            </a:r>
          </a:p>
        </p:txBody>
      </p:sp>
      <p:sp>
        <p:nvSpPr>
          <p:cNvPr id="44" name="">
            <a:extLst xmlns:a="http://schemas.openxmlformats.org/drawingml/2006/main">
              <a:ext uri="{FF2B5EF4-FFF2-40B4-BE49-F238E27FC236}">
                <a16:creationId xmlns:a16="http://schemas.microsoft.com/office/drawing/2014/main" id="{57301F42-4632-4907-9312-5C9B32269219}"/>
              </a:ext>
            </a:extLst>
          </p:cNvPr>
          <p:cNvSpPr>
            <a:spLocks xmlns:a="http://schemas.openxmlformats.org/drawingml/2006/main" noGrp="1"/>
          </p:cNvSpPr>
          <p:nvPr/>
        </p:nvSpPr>
        <p:spPr>
          <a:xfrm xmlns:a="http://schemas.openxmlformats.org/drawingml/2006/main">
            <a:off x="1962150" y="5402439"/>
            <a:ext cx="5753100" cy="0"/>
          </a:xfrm>
          <a:prstGeom xmlns:a="http://schemas.openxmlformats.org/drawingml/2006/main" prst="line">
            <a:avLst/>
          </a:prstGeom>
          <a:noFill xmlns:a="http://schemas.openxmlformats.org/drawingml/2006/main"/>
          <a:ln xmlns:a="http://schemas.openxmlformats.org/drawingml/2006/main" w="4763">
            <a:solidFill>
              <a:srgbClr val="FFFFFF"/>
            </a:solidFill>
            <a:prstDash val="solid"/>
          </a:ln>
        </p:spPr>
      </p:sp>
      <p:sp>
        <p:nvSpPr>
          <p:cNvPr id="45" name="text">
            <a:extLst xmlns:a="http://schemas.openxmlformats.org/drawingml/2006/main">
              <a:ext uri="{FF2B5EF4-FFF2-40B4-BE49-F238E27FC236}">
                <a16:creationId xmlns:a16="http://schemas.microsoft.com/office/drawing/2014/main" id="{EB03FEBD-2B11-47D0-8964-35C68407AC5F}"/>
              </a:ext>
            </a:extLst>
          </p:cNvPr>
          <p:cNvSpPr>
            <a:spLocks xmlns:a="http://schemas.openxmlformats.org/drawingml/2006/main" noGrp="1"/>
          </p:cNvSpPr>
          <p:nvPr/>
        </p:nvSpPr>
        <p:spPr>
          <a:xfrm xmlns:a="http://schemas.openxmlformats.org/drawingml/2006/main">
            <a:off x="762000" y="5583061"/>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13" b="0">
                <a:solidFill>
                  <a:srgbClr val="586368"/>
                </a:solidFill>
                <a:latin typeface="Noto Sans KR"/>
                <a:ea typeface="Noto Sans KR"/>
                <a:cs typeface="Noto Sans KR"/>
              </a:defRPr>
            </a:defPPr>
            <a:lvl1pPr algn="r">
              <a:defRPr sz="1013" b="0">
                <a:solidFill>
                  <a:srgbClr val="586368"/>
                </a:solidFill>
                <a:latin typeface="Noto Sans KR"/>
                <a:ea typeface="Noto Sans KR"/>
                <a:cs typeface="Noto Sans KR"/>
              </a:defRPr>
            </a:lvl1pPr>
            <a:lvl2pPr algn="r">
              <a:defRPr sz="1013" b="0">
                <a:solidFill>
                  <a:srgbClr val="586368"/>
                </a:solidFill>
                <a:latin typeface="Noto Sans KR"/>
                <a:ea typeface="Noto Sans KR"/>
                <a:cs typeface="Noto Sans KR"/>
              </a:defRPr>
            </a:lvl2pPr>
            <a:lvl3pPr algn="r">
              <a:defRPr sz="1013" b="0">
                <a:solidFill>
                  <a:srgbClr val="586368"/>
                </a:solidFill>
                <a:latin typeface="Noto Sans KR"/>
                <a:ea typeface="Noto Sans KR"/>
                <a:cs typeface="Noto Sans KR"/>
              </a:defRPr>
            </a:lvl3pPr>
            <a:lvl4pPr algn="r">
              <a:defRPr sz="1013" b="0">
                <a:solidFill>
                  <a:srgbClr val="586368"/>
                </a:solidFill>
                <a:latin typeface="Noto Sans KR"/>
                <a:ea typeface="Noto Sans KR"/>
                <a:cs typeface="Noto Sans KR"/>
              </a:defRPr>
            </a:lvl4pPr>
            <a:lvl5pPr algn="r">
              <a:defRPr sz="1013" b="0">
                <a:solidFill>
                  <a:srgbClr val="586368"/>
                </a:solidFill>
                <a:latin typeface="Noto Sans KR"/>
                <a:ea typeface="Noto Sans KR"/>
                <a:cs typeface="Noto Sans KR"/>
              </a:defRPr>
            </a:lvl5pPr>
            <a:lvl6pPr algn="r">
              <a:defRPr sz="1013" b="0">
                <a:solidFill>
                  <a:srgbClr val="586368"/>
                </a:solidFill>
                <a:latin typeface="Noto Sans KR"/>
                <a:ea typeface="Noto Sans KR"/>
                <a:cs typeface="Noto Sans KR"/>
              </a:defRPr>
            </a:lvl6pPr>
            <a:lvl7pPr algn="r">
              <a:defRPr sz="1013" b="0">
                <a:solidFill>
                  <a:srgbClr val="586368"/>
                </a:solidFill>
                <a:latin typeface="Noto Sans KR"/>
                <a:ea typeface="Noto Sans KR"/>
                <a:cs typeface="Noto Sans KR"/>
              </a:defRPr>
            </a:lvl7pPr>
            <a:lvl8pPr algn="r">
              <a:defRPr sz="1013" b="0">
                <a:solidFill>
                  <a:srgbClr val="586368"/>
                </a:solidFill>
                <a:latin typeface="Noto Sans KR"/>
                <a:ea typeface="Noto Sans KR"/>
                <a:cs typeface="Noto Sans KR"/>
              </a:defRPr>
            </a:lvl8pPr>
            <a:lvl9pPr algn="r">
              <a:defRPr sz="1013" b="0">
                <a:solidFill>
                  <a:srgbClr val="586368"/>
                </a:solidFill>
                <a:latin typeface="Noto Sans KR"/>
                <a:ea typeface="Noto Sans KR"/>
                <a:cs typeface="Noto Sans KR"/>
              </a:defRPr>
            </a:lvl9pPr>
          </a:lstStyle>
          <a:p xmlns:a="http://schemas.openxmlformats.org/drawingml/2006/main">
            <a:pPr algn="r">
              <a:lnSpc>
                <a:spcPct val="118000"/>
              </a:lnSpc>
              <a:buNone/>
              <a:defRPr sz="1013" b="0">
                <a:solidFill>
                  <a:srgbClr val="586368"/>
                </a:solidFill>
                <a:latin typeface="Noto Sans KR"/>
                <a:ea typeface="Noto Sans KR"/>
                <a:cs typeface="Noto Sans KR"/>
              </a:defRPr>
            </a:pPr>
            <a:r>
              <a:rPr sz="1013" b="0">
                <a:solidFill>
                  <a:srgbClr val="586368"/>
                </a:solidFill>
                <a:latin typeface="Noto Sans KR"/>
                <a:ea typeface="Noto Sans KR"/>
                <a:cs typeface="Noto Sans KR"/>
              </a:rPr>
              <a:t>세탁기</a:t>
            </a:r>
          </a:p>
        </p:txBody>
      </p:sp>
      <p:sp>
        <p:nvSpPr>
          <p:cNvPr id="46" name="">
            <a:extLst xmlns:a="http://schemas.openxmlformats.org/drawingml/2006/main">
              <a:ext uri="{FF2B5EF4-FFF2-40B4-BE49-F238E27FC236}">
                <a16:creationId xmlns:a16="http://schemas.microsoft.com/office/drawing/2014/main" id="{411836B4-ACC4-4384-B7D5-27D116B2B3DF}"/>
              </a:ext>
            </a:extLst>
          </p:cNvPr>
          <p:cNvSpPr>
            <a:spLocks xmlns:a="http://schemas.openxmlformats.org/drawingml/2006/main" noGrp="1"/>
          </p:cNvSpPr>
          <p:nvPr/>
        </p:nvSpPr>
        <p:spPr>
          <a:xfrm xmlns:a="http://schemas.openxmlformats.org/drawingml/2006/main">
            <a:off x="1962150" y="5595056"/>
            <a:ext cx="5753100" cy="0"/>
          </a:xfrm>
          <a:prstGeom xmlns:a="http://schemas.openxmlformats.org/drawingml/2006/main" prst="line">
            <a:avLst/>
          </a:prstGeom>
          <a:noFill xmlns:a="http://schemas.openxmlformats.org/drawingml/2006/main"/>
          <a:ln xmlns:a="http://schemas.openxmlformats.org/drawingml/2006/main" w="4763">
            <a:solidFill>
              <a:srgbClr val="FFFFFF"/>
            </a:solidFill>
            <a:prstDash val="solid"/>
          </a:ln>
        </p:spPr>
      </p:sp>
      <p:sp>
        <p:nvSpPr>
          <p:cNvPr id="47" name="text">
            <a:extLst xmlns:a="http://schemas.openxmlformats.org/drawingml/2006/main">
              <a:ext uri="{FF2B5EF4-FFF2-40B4-BE49-F238E27FC236}">
                <a16:creationId xmlns:a16="http://schemas.microsoft.com/office/drawing/2014/main" id="{BBFFA44A-1275-407F-8A0D-BA9EC6025DE7}"/>
              </a:ext>
            </a:extLst>
          </p:cNvPr>
          <p:cNvSpPr>
            <a:spLocks xmlns:a="http://schemas.openxmlformats.org/drawingml/2006/main" noGrp="1"/>
          </p:cNvSpPr>
          <p:nvPr/>
        </p:nvSpPr>
        <p:spPr>
          <a:xfrm xmlns:a="http://schemas.openxmlformats.org/drawingml/2006/main">
            <a:off x="762000" y="5711472"/>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13" b="0">
                <a:solidFill>
                  <a:srgbClr val="586368"/>
                </a:solidFill>
                <a:latin typeface="Noto Sans KR"/>
                <a:ea typeface="Noto Sans KR"/>
                <a:cs typeface="Noto Sans KR"/>
              </a:defRPr>
            </a:defPPr>
            <a:lvl1pPr algn="r">
              <a:defRPr sz="1013" b="0">
                <a:solidFill>
                  <a:srgbClr val="586368"/>
                </a:solidFill>
                <a:latin typeface="Noto Sans KR"/>
                <a:ea typeface="Noto Sans KR"/>
                <a:cs typeface="Noto Sans KR"/>
              </a:defRPr>
            </a:lvl1pPr>
            <a:lvl2pPr algn="r">
              <a:defRPr sz="1013" b="0">
                <a:solidFill>
                  <a:srgbClr val="586368"/>
                </a:solidFill>
                <a:latin typeface="Noto Sans KR"/>
                <a:ea typeface="Noto Sans KR"/>
                <a:cs typeface="Noto Sans KR"/>
              </a:defRPr>
            </a:lvl2pPr>
            <a:lvl3pPr algn="r">
              <a:defRPr sz="1013" b="0">
                <a:solidFill>
                  <a:srgbClr val="586368"/>
                </a:solidFill>
                <a:latin typeface="Noto Sans KR"/>
                <a:ea typeface="Noto Sans KR"/>
                <a:cs typeface="Noto Sans KR"/>
              </a:defRPr>
            </a:lvl3pPr>
            <a:lvl4pPr algn="r">
              <a:defRPr sz="1013" b="0">
                <a:solidFill>
                  <a:srgbClr val="586368"/>
                </a:solidFill>
                <a:latin typeface="Noto Sans KR"/>
                <a:ea typeface="Noto Sans KR"/>
                <a:cs typeface="Noto Sans KR"/>
              </a:defRPr>
            </a:lvl4pPr>
            <a:lvl5pPr algn="r">
              <a:defRPr sz="1013" b="0">
                <a:solidFill>
                  <a:srgbClr val="586368"/>
                </a:solidFill>
                <a:latin typeface="Noto Sans KR"/>
                <a:ea typeface="Noto Sans KR"/>
                <a:cs typeface="Noto Sans KR"/>
              </a:defRPr>
            </a:lvl5pPr>
            <a:lvl6pPr algn="r">
              <a:defRPr sz="1013" b="0">
                <a:solidFill>
                  <a:srgbClr val="586368"/>
                </a:solidFill>
                <a:latin typeface="Noto Sans KR"/>
                <a:ea typeface="Noto Sans KR"/>
                <a:cs typeface="Noto Sans KR"/>
              </a:defRPr>
            </a:lvl6pPr>
            <a:lvl7pPr algn="r">
              <a:defRPr sz="1013" b="0">
                <a:solidFill>
                  <a:srgbClr val="586368"/>
                </a:solidFill>
                <a:latin typeface="Noto Sans KR"/>
                <a:ea typeface="Noto Sans KR"/>
                <a:cs typeface="Noto Sans KR"/>
              </a:defRPr>
            </a:lvl7pPr>
            <a:lvl8pPr algn="r">
              <a:defRPr sz="1013" b="0">
                <a:solidFill>
                  <a:srgbClr val="586368"/>
                </a:solidFill>
                <a:latin typeface="Noto Sans KR"/>
                <a:ea typeface="Noto Sans KR"/>
                <a:cs typeface="Noto Sans KR"/>
              </a:defRPr>
            </a:lvl8pPr>
            <a:lvl9pPr algn="r">
              <a:defRPr sz="1013" b="0">
                <a:solidFill>
                  <a:srgbClr val="586368"/>
                </a:solidFill>
                <a:latin typeface="Noto Sans KR"/>
                <a:ea typeface="Noto Sans KR"/>
                <a:cs typeface="Noto Sans KR"/>
              </a:defRPr>
            </a:lvl9pPr>
          </a:lstStyle>
          <a:p xmlns:a="http://schemas.openxmlformats.org/drawingml/2006/main">
            <a:pPr algn="r">
              <a:lnSpc>
                <a:spcPct val="118000"/>
              </a:lnSpc>
              <a:buNone/>
              <a:defRPr sz="1013" b="0">
                <a:solidFill>
                  <a:srgbClr val="586368"/>
                </a:solidFill>
                <a:latin typeface="Noto Sans KR"/>
                <a:ea typeface="Noto Sans KR"/>
                <a:cs typeface="Noto Sans KR"/>
              </a:defRPr>
            </a:pPr>
            <a:r>
              <a:rPr sz="1013" b="0">
                <a:solidFill>
                  <a:srgbClr val="586368"/>
                </a:solidFill>
                <a:latin typeface="Noto Sans KR"/>
                <a:ea typeface="Noto Sans KR"/>
                <a:cs typeface="Noto Sans KR"/>
              </a:rPr>
              <a:t>건조기</a:t>
            </a:r>
          </a:p>
        </p:txBody>
      </p:sp>
      <p:sp>
        <p:nvSpPr>
          <p:cNvPr id="48" name="">
            <a:extLst xmlns:a="http://schemas.openxmlformats.org/drawingml/2006/main">
              <a:ext uri="{FF2B5EF4-FFF2-40B4-BE49-F238E27FC236}">
                <a16:creationId xmlns:a16="http://schemas.microsoft.com/office/drawing/2014/main" id="{96637D2A-E193-43DB-93B0-EB584F0C8856}"/>
              </a:ext>
            </a:extLst>
          </p:cNvPr>
          <p:cNvSpPr>
            <a:spLocks xmlns:a="http://schemas.openxmlformats.org/drawingml/2006/main" noGrp="1"/>
          </p:cNvSpPr>
          <p:nvPr/>
        </p:nvSpPr>
        <p:spPr>
          <a:xfrm xmlns:a="http://schemas.openxmlformats.org/drawingml/2006/main">
            <a:off x="1962150" y="5723467"/>
            <a:ext cx="5753100" cy="0"/>
          </a:xfrm>
          <a:prstGeom xmlns:a="http://schemas.openxmlformats.org/drawingml/2006/main" prst="line">
            <a:avLst/>
          </a:prstGeom>
          <a:noFill xmlns:a="http://schemas.openxmlformats.org/drawingml/2006/main"/>
          <a:ln xmlns:a="http://schemas.openxmlformats.org/drawingml/2006/main" w="4763">
            <a:solidFill>
              <a:srgbClr val="FFFFFF"/>
            </a:solidFill>
            <a:prstDash val="solid"/>
          </a:ln>
        </p:spPr>
      </p:sp>
      <p:sp>
        <p:nvSpPr>
          <p:cNvPr id="49" name="text">
            <a:extLst xmlns:a="http://schemas.openxmlformats.org/drawingml/2006/main">
              <a:ext uri="{FF2B5EF4-FFF2-40B4-BE49-F238E27FC236}">
                <a16:creationId xmlns:a16="http://schemas.microsoft.com/office/drawing/2014/main" id="{340BD6C0-05E2-44EC-AFDA-58A9A321C34F}"/>
              </a:ext>
            </a:extLst>
          </p:cNvPr>
          <p:cNvSpPr>
            <a:spLocks xmlns:a="http://schemas.openxmlformats.org/drawingml/2006/main" noGrp="1"/>
          </p:cNvSpPr>
          <p:nvPr/>
        </p:nvSpPr>
        <p:spPr>
          <a:xfrm xmlns:a="http://schemas.openxmlformats.org/drawingml/2006/main">
            <a:off x="762000" y="5920140"/>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13" b="0">
                <a:solidFill>
                  <a:srgbClr val="586368"/>
                </a:solidFill>
                <a:latin typeface="Noto Sans KR"/>
                <a:ea typeface="Noto Sans KR"/>
                <a:cs typeface="Noto Sans KR"/>
              </a:defRPr>
            </a:defPPr>
            <a:lvl1pPr algn="r">
              <a:defRPr sz="1013" b="0">
                <a:solidFill>
                  <a:srgbClr val="586368"/>
                </a:solidFill>
                <a:latin typeface="Noto Sans KR"/>
                <a:ea typeface="Noto Sans KR"/>
                <a:cs typeface="Noto Sans KR"/>
              </a:defRPr>
            </a:lvl1pPr>
            <a:lvl2pPr algn="r">
              <a:defRPr sz="1013" b="0">
                <a:solidFill>
                  <a:srgbClr val="586368"/>
                </a:solidFill>
                <a:latin typeface="Noto Sans KR"/>
                <a:ea typeface="Noto Sans KR"/>
                <a:cs typeface="Noto Sans KR"/>
              </a:defRPr>
            </a:lvl2pPr>
            <a:lvl3pPr algn="r">
              <a:defRPr sz="1013" b="0">
                <a:solidFill>
                  <a:srgbClr val="586368"/>
                </a:solidFill>
                <a:latin typeface="Noto Sans KR"/>
                <a:ea typeface="Noto Sans KR"/>
                <a:cs typeface="Noto Sans KR"/>
              </a:defRPr>
            </a:lvl3pPr>
            <a:lvl4pPr algn="r">
              <a:defRPr sz="1013" b="0">
                <a:solidFill>
                  <a:srgbClr val="586368"/>
                </a:solidFill>
                <a:latin typeface="Noto Sans KR"/>
                <a:ea typeface="Noto Sans KR"/>
                <a:cs typeface="Noto Sans KR"/>
              </a:defRPr>
            </a:lvl4pPr>
            <a:lvl5pPr algn="r">
              <a:defRPr sz="1013" b="0">
                <a:solidFill>
                  <a:srgbClr val="586368"/>
                </a:solidFill>
                <a:latin typeface="Noto Sans KR"/>
                <a:ea typeface="Noto Sans KR"/>
                <a:cs typeface="Noto Sans KR"/>
              </a:defRPr>
            </a:lvl5pPr>
            <a:lvl6pPr algn="r">
              <a:defRPr sz="1013" b="0">
                <a:solidFill>
                  <a:srgbClr val="586368"/>
                </a:solidFill>
                <a:latin typeface="Noto Sans KR"/>
                <a:ea typeface="Noto Sans KR"/>
                <a:cs typeface="Noto Sans KR"/>
              </a:defRPr>
            </a:lvl6pPr>
            <a:lvl7pPr algn="r">
              <a:defRPr sz="1013" b="0">
                <a:solidFill>
                  <a:srgbClr val="586368"/>
                </a:solidFill>
                <a:latin typeface="Noto Sans KR"/>
                <a:ea typeface="Noto Sans KR"/>
                <a:cs typeface="Noto Sans KR"/>
              </a:defRPr>
            </a:lvl7pPr>
            <a:lvl8pPr algn="r">
              <a:defRPr sz="1013" b="0">
                <a:solidFill>
                  <a:srgbClr val="586368"/>
                </a:solidFill>
                <a:latin typeface="Noto Sans KR"/>
                <a:ea typeface="Noto Sans KR"/>
                <a:cs typeface="Noto Sans KR"/>
              </a:defRPr>
            </a:lvl8pPr>
            <a:lvl9pPr algn="r">
              <a:defRPr sz="1013" b="0">
                <a:solidFill>
                  <a:srgbClr val="586368"/>
                </a:solidFill>
                <a:latin typeface="Noto Sans KR"/>
                <a:ea typeface="Noto Sans KR"/>
                <a:cs typeface="Noto Sans KR"/>
              </a:defRPr>
            </a:lvl9pPr>
          </a:lstStyle>
          <a:p xmlns:a="http://schemas.openxmlformats.org/drawingml/2006/main">
            <a:pPr algn="r">
              <a:lnSpc>
                <a:spcPct val="118000"/>
              </a:lnSpc>
              <a:buNone/>
              <a:defRPr sz="1013" b="0">
                <a:solidFill>
                  <a:srgbClr val="586368"/>
                </a:solidFill>
                <a:latin typeface="Noto Sans KR"/>
                <a:ea typeface="Noto Sans KR"/>
                <a:cs typeface="Noto Sans KR"/>
              </a:defRPr>
            </a:pPr>
            <a:r>
              <a:rPr sz="1013" b="0">
                <a:solidFill>
                  <a:srgbClr val="586368"/>
                </a:solidFill>
                <a:latin typeface="Noto Sans KR"/>
                <a:ea typeface="Noto Sans KR"/>
                <a:cs typeface="Noto Sans KR"/>
              </a:rPr>
              <a:t>공기청정기</a:t>
            </a:r>
          </a:p>
        </p:txBody>
      </p:sp>
      <p:sp>
        <p:nvSpPr>
          <p:cNvPr id="50" name="">
            <a:extLst xmlns:a="http://schemas.openxmlformats.org/drawingml/2006/main">
              <a:ext uri="{FF2B5EF4-FFF2-40B4-BE49-F238E27FC236}">
                <a16:creationId xmlns:a16="http://schemas.microsoft.com/office/drawing/2014/main" id="{42CDD4B0-FA19-49A1-B773-C758F1249D3F}"/>
              </a:ext>
            </a:extLst>
          </p:cNvPr>
          <p:cNvSpPr>
            <a:spLocks xmlns:a="http://schemas.openxmlformats.org/drawingml/2006/main" noGrp="1"/>
          </p:cNvSpPr>
          <p:nvPr/>
        </p:nvSpPr>
        <p:spPr>
          <a:xfrm xmlns:a="http://schemas.openxmlformats.org/drawingml/2006/main">
            <a:off x="1962150" y="5851878"/>
            <a:ext cx="5753100" cy="0"/>
          </a:xfrm>
          <a:prstGeom xmlns:a="http://schemas.openxmlformats.org/drawingml/2006/main" prst="line">
            <a:avLst/>
          </a:prstGeom>
          <a:noFill xmlns:a="http://schemas.openxmlformats.org/drawingml/2006/main"/>
          <a:ln xmlns:a="http://schemas.openxmlformats.org/drawingml/2006/main" w="4763">
            <a:solidFill>
              <a:srgbClr val="FFFFFF"/>
            </a:solidFill>
            <a:prstDash val="solid"/>
          </a:ln>
        </p:spPr>
      </p:sp>
      <p:sp>
        <p:nvSpPr>
          <p:cNvPr id="51" name="text">
            <a:extLst xmlns:a="http://schemas.openxmlformats.org/drawingml/2006/main">
              <a:ext uri="{FF2B5EF4-FFF2-40B4-BE49-F238E27FC236}">
                <a16:creationId xmlns:a16="http://schemas.microsoft.com/office/drawing/2014/main" id="{22633342-F16A-43C3-8932-D4667646C5B4}"/>
              </a:ext>
            </a:extLst>
          </p:cNvPr>
          <p:cNvSpPr>
            <a:spLocks xmlns:a="http://schemas.openxmlformats.org/drawingml/2006/main" noGrp="1"/>
          </p:cNvSpPr>
          <p:nvPr/>
        </p:nvSpPr>
        <p:spPr>
          <a:xfrm xmlns:a="http://schemas.openxmlformats.org/drawingml/2006/main">
            <a:off x="762000" y="6176963"/>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13" b="0">
                <a:solidFill>
                  <a:srgbClr val="586368"/>
                </a:solidFill>
                <a:latin typeface="Noto Sans KR"/>
                <a:ea typeface="Noto Sans KR"/>
                <a:cs typeface="Noto Sans KR"/>
              </a:defRPr>
            </a:defPPr>
            <a:lvl1pPr algn="r">
              <a:defRPr sz="1013" b="0">
                <a:solidFill>
                  <a:srgbClr val="586368"/>
                </a:solidFill>
                <a:latin typeface="Noto Sans KR"/>
                <a:ea typeface="Noto Sans KR"/>
                <a:cs typeface="Noto Sans KR"/>
              </a:defRPr>
            </a:lvl1pPr>
            <a:lvl2pPr algn="r">
              <a:defRPr sz="1013" b="0">
                <a:solidFill>
                  <a:srgbClr val="586368"/>
                </a:solidFill>
                <a:latin typeface="Noto Sans KR"/>
                <a:ea typeface="Noto Sans KR"/>
                <a:cs typeface="Noto Sans KR"/>
              </a:defRPr>
            </a:lvl2pPr>
            <a:lvl3pPr algn="r">
              <a:defRPr sz="1013" b="0">
                <a:solidFill>
                  <a:srgbClr val="586368"/>
                </a:solidFill>
                <a:latin typeface="Noto Sans KR"/>
                <a:ea typeface="Noto Sans KR"/>
                <a:cs typeface="Noto Sans KR"/>
              </a:defRPr>
            </a:lvl3pPr>
            <a:lvl4pPr algn="r">
              <a:defRPr sz="1013" b="0">
                <a:solidFill>
                  <a:srgbClr val="586368"/>
                </a:solidFill>
                <a:latin typeface="Noto Sans KR"/>
                <a:ea typeface="Noto Sans KR"/>
                <a:cs typeface="Noto Sans KR"/>
              </a:defRPr>
            </a:lvl4pPr>
            <a:lvl5pPr algn="r">
              <a:defRPr sz="1013" b="0">
                <a:solidFill>
                  <a:srgbClr val="586368"/>
                </a:solidFill>
                <a:latin typeface="Noto Sans KR"/>
                <a:ea typeface="Noto Sans KR"/>
                <a:cs typeface="Noto Sans KR"/>
              </a:defRPr>
            </a:lvl5pPr>
            <a:lvl6pPr algn="r">
              <a:defRPr sz="1013" b="0">
                <a:solidFill>
                  <a:srgbClr val="586368"/>
                </a:solidFill>
                <a:latin typeface="Noto Sans KR"/>
                <a:ea typeface="Noto Sans KR"/>
                <a:cs typeface="Noto Sans KR"/>
              </a:defRPr>
            </a:lvl6pPr>
            <a:lvl7pPr algn="r">
              <a:defRPr sz="1013" b="0">
                <a:solidFill>
                  <a:srgbClr val="586368"/>
                </a:solidFill>
                <a:latin typeface="Noto Sans KR"/>
                <a:ea typeface="Noto Sans KR"/>
                <a:cs typeface="Noto Sans KR"/>
              </a:defRPr>
            </a:lvl7pPr>
            <a:lvl8pPr algn="r">
              <a:defRPr sz="1013" b="0">
                <a:solidFill>
                  <a:srgbClr val="586368"/>
                </a:solidFill>
                <a:latin typeface="Noto Sans KR"/>
                <a:ea typeface="Noto Sans KR"/>
                <a:cs typeface="Noto Sans KR"/>
              </a:defRPr>
            </a:lvl8pPr>
            <a:lvl9pPr algn="r">
              <a:defRPr sz="1013" b="0">
                <a:solidFill>
                  <a:srgbClr val="586368"/>
                </a:solidFill>
                <a:latin typeface="Noto Sans KR"/>
                <a:ea typeface="Noto Sans KR"/>
                <a:cs typeface="Noto Sans KR"/>
              </a:defRPr>
            </a:lvl9pPr>
          </a:lstStyle>
          <a:p xmlns:a="http://schemas.openxmlformats.org/drawingml/2006/main">
            <a:pPr algn="r">
              <a:lnSpc>
                <a:spcPct val="118000"/>
              </a:lnSpc>
              <a:buNone/>
              <a:defRPr sz="1013" b="0">
                <a:solidFill>
                  <a:srgbClr val="586368"/>
                </a:solidFill>
                <a:latin typeface="Noto Sans KR"/>
                <a:ea typeface="Noto Sans KR"/>
                <a:cs typeface="Noto Sans KR"/>
              </a:defRPr>
            </a:pPr>
            <a:r>
              <a:rPr sz="1013" b="0">
                <a:solidFill>
                  <a:srgbClr val="586368"/>
                </a:solidFill>
                <a:latin typeface="Noto Sans KR"/>
                <a:ea typeface="Noto Sans KR"/>
                <a:cs typeface="Noto Sans KR"/>
              </a:rPr>
              <a:t>에어컨</a:t>
            </a:r>
          </a:p>
        </p:txBody>
      </p:sp>
      <p:sp>
        <p:nvSpPr>
          <p:cNvPr id="52" name="">
            <a:extLst xmlns:a="http://schemas.openxmlformats.org/drawingml/2006/main">
              <a:ext uri="{FF2B5EF4-FFF2-40B4-BE49-F238E27FC236}">
                <a16:creationId xmlns:a16="http://schemas.microsoft.com/office/drawing/2014/main" id="{3AC61B3C-6261-46B5-AC72-EDA5C3C40633}"/>
              </a:ext>
            </a:extLst>
          </p:cNvPr>
          <p:cNvSpPr>
            <a:spLocks xmlns:a="http://schemas.openxmlformats.org/drawingml/2006/main" noGrp="1"/>
          </p:cNvSpPr>
          <p:nvPr/>
        </p:nvSpPr>
        <p:spPr>
          <a:xfrm xmlns:a="http://schemas.openxmlformats.org/drawingml/2006/main">
            <a:off x="1962150" y="6140803"/>
            <a:ext cx="5753100" cy="0"/>
          </a:xfrm>
          <a:prstGeom xmlns:a="http://schemas.openxmlformats.org/drawingml/2006/main" prst="line">
            <a:avLst/>
          </a:prstGeom>
          <a:noFill xmlns:a="http://schemas.openxmlformats.org/drawingml/2006/main"/>
          <a:ln xmlns:a="http://schemas.openxmlformats.org/drawingml/2006/main" w="4763">
            <a:solidFill>
              <a:srgbClr val="FFFFFF"/>
            </a:solidFill>
            <a:prstDash val="solid"/>
          </a:ln>
        </p:spPr>
      </p:sp>
      <p:sp>
        <p:nvSpPr>
          <p:cNvPr id="53" name="text">
            <a:extLst xmlns:a="http://schemas.openxmlformats.org/drawingml/2006/main">
              <a:ext uri="{FF2B5EF4-FFF2-40B4-BE49-F238E27FC236}">
                <a16:creationId xmlns:a16="http://schemas.microsoft.com/office/drawing/2014/main" id="{0BB8C995-6E52-4203-9BBA-061EA0F5B3E4}"/>
              </a:ext>
            </a:extLst>
          </p:cNvPr>
          <p:cNvSpPr>
            <a:spLocks xmlns:a="http://schemas.openxmlformats.org/drawingml/2006/main" noGrp="1"/>
          </p:cNvSpPr>
          <p:nvPr/>
        </p:nvSpPr>
        <p:spPr>
          <a:xfrm xmlns:a="http://schemas.openxmlformats.org/drawingml/2006/main">
            <a:off x="762000" y="6353528"/>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13" b="0">
                <a:solidFill>
                  <a:srgbClr val="586368"/>
                </a:solidFill>
                <a:latin typeface="Noto Sans KR"/>
                <a:ea typeface="Noto Sans KR"/>
                <a:cs typeface="Noto Sans KR"/>
              </a:defRPr>
            </a:defPPr>
            <a:lvl1pPr algn="r">
              <a:defRPr sz="1013" b="0">
                <a:solidFill>
                  <a:srgbClr val="586368"/>
                </a:solidFill>
                <a:latin typeface="Noto Sans KR"/>
                <a:ea typeface="Noto Sans KR"/>
                <a:cs typeface="Noto Sans KR"/>
              </a:defRPr>
            </a:lvl1pPr>
            <a:lvl2pPr algn="r">
              <a:defRPr sz="1013" b="0">
                <a:solidFill>
                  <a:srgbClr val="586368"/>
                </a:solidFill>
                <a:latin typeface="Noto Sans KR"/>
                <a:ea typeface="Noto Sans KR"/>
                <a:cs typeface="Noto Sans KR"/>
              </a:defRPr>
            </a:lvl2pPr>
            <a:lvl3pPr algn="r">
              <a:defRPr sz="1013" b="0">
                <a:solidFill>
                  <a:srgbClr val="586368"/>
                </a:solidFill>
                <a:latin typeface="Noto Sans KR"/>
                <a:ea typeface="Noto Sans KR"/>
                <a:cs typeface="Noto Sans KR"/>
              </a:defRPr>
            </a:lvl3pPr>
            <a:lvl4pPr algn="r">
              <a:defRPr sz="1013" b="0">
                <a:solidFill>
                  <a:srgbClr val="586368"/>
                </a:solidFill>
                <a:latin typeface="Noto Sans KR"/>
                <a:ea typeface="Noto Sans KR"/>
                <a:cs typeface="Noto Sans KR"/>
              </a:defRPr>
            </a:lvl4pPr>
            <a:lvl5pPr algn="r">
              <a:defRPr sz="1013" b="0">
                <a:solidFill>
                  <a:srgbClr val="586368"/>
                </a:solidFill>
                <a:latin typeface="Noto Sans KR"/>
                <a:ea typeface="Noto Sans KR"/>
                <a:cs typeface="Noto Sans KR"/>
              </a:defRPr>
            </a:lvl5pPr>
            <a:lvl6pPr algn="r">
              <a:defRPr sz="1013" b="0">
                <a:solidFill>
                  <a:srgbClr val="586368"/>
                </a:solidFill>
                <a:latin typeface="Noto Sans KR"/>
                <a:ea typeface="Noto Sans KR"/>
                <a:cs typeface="Noto Sans KR"/>
              </a:defRPr>
            </a:lvl6pPr>
            <a:lvl7pPr algn="r">
              <a:defRPr sz="1013" b="0">
                <a:solidFill>
                  <a:srgbClr val="586368"/>
                </a:solidFill>
                <a:latin typeface="Noto Sans KR"/>
                <a:ea typeface="Noto Sans KR"/>
                <a:cs typeface="Noto Sans KR"/>
              </a:defRPr>
            </a:lvl7pPr>
            <a:lvl8pPr algn="r">
              <a:defRPr sz="1013" b="0">
                <a:solidFill>
                  <a:srgbClr val="586368"/>
                </a:solidFill>
                <a:latin typeface="Noto Sans KR"/>
                <a:ea typeface="Noto Sans KR"/>
                <a:cs typeface="Noto Sans KR"/>
              </a:defRPr>
            </a:lvl8pPr>
            <a:lvl9pPr algn="r">
              <a:defRPr sz="1013" b="0">
                <a:solidFill>
                  <a:srgbClr val="586368"/>
                </a:solidFill>
                <a:latin typeface="Noto Sans KR"/>
                <a:ea typeface="Noto Sans KR"/>
                <a:cs typeface="Noto Sans KR"/>
              </a:defRPr>
            </a:lvl9pPr>
          </a:lstStyle>
          <a:p xmlns:a="http://schemas.openxmlformats.org/drawingml/2006/main">
            <a:pPr algn="r">
              <a:lnSpc>
                <a:spcPct val="118000"/>
              </a:lnSpc>
              <a:buNone/>
              <a:defRPr sz="1013" b="0">
                <a:solidFill>
                  <a:srgbClr val="586368"/>
                </a:solidFill>
                <a:latin typeface="Noto Sans KR"/>
                <a:ea typeface="Noto Sans KR"/>
                <a:cs typeface="Noto Sans KR"/>
              </a:defRPr>
            </a:pPr>
            <a:r>
              <a:rPr sz="1013" b="0">
                <a:solidFill>
                  <a:srgbClr val="586368"/>
                </a:solidFill>
                <a:latin typeface="Noto Sans KR"/>
                <a:ea typeface="Noto Sans KR"/>
                <a:cs typeface="Noto Sans KR"/>
              </a:rPr>
              <a:t>식기세척기</a:t>
            </a:r>
          </a:p>
        </p:txBody>
      </p:sp>
      <p:sp>
        <p:nvSpPr>
          <p:cNvPr id="54" name="">
            <a:extLst xmlns:a="http://schemas.openxmlformats.org/drawingml/2006/main">
              <a:ext uri="{FF2B5EF4-FFF2-40B4-BE49-F238E27FC236}">
                <a16:creationId xmlns:a16="http://schemas.microsoft.com/office/drawing/2014/main" id="{FA43AE6A-B4E4-44C6-A079-D90B3BE14BD8}"/>
              </a:ext>
            </a:extLst>
          </p:cNvPr>
          <p:cNvSpPr>
            <a:spLocks xmlns:a="http://schemas.openxmlformats.org/drawingml/2006/main" noGrp="1"/>
          </p:cNvSpPr>
          <p:nvPr/>
        </p:nvSpPr>
        <p:spPr>
          <a:xfrm xmlns:a="http://schemas.openxmlformats.org/drawingml/2006/main">
            <a:off x="1962150" y="6365522"/>
            <a:ext cx="5753100" cy="0"/>
          </a:xfrm>
          <a:prstGeom xmlns:a="http://schemas.openxmlformats.org/drawingml/2006/main" prst="line">
            <a:avLst/>
          </a:prstGeom>
          <a:noFill xmlns:a="http://schemas.openxmlformats.org/drawingml/2006/main"/>
          <a:ln xmlns:a="http://schemas.openxmlformats.org/drawingml/2006/main" w="4763">
            <a:solidFill>
              <a:srgbClr val="FFFFFF"/>
            </a:solidFill>
            <a:prstDash val="solid"/>
          </a:ln>
        </p:spPr>
      </p:sp>
      <p:sp>
        <p:nvSpPr>
          <p:cNvPr id="55" name="text">
            <a:extLst xmlns:a="http://schemas.openxmlformats.org/drawingml/2006/main">
              <a:ext uri="{FF2B5EF4-FFF2-40B4-BE49-F238E27FC236}">
                <a16:creationId xmlns:a16="http://schemas.microsoft.com/office/drawing/2014/main" id="{42240817-6B55-492C-AC8E-ECD561779B76}"/>
              </a:ext>
            </a:extLst>
          </p:cNvPr>
          <p:cNvSpPr>
            <a:spLocks xmlns:a="http://schemas.openxmlformats.org/drawingml/2006/main" noGrp="1"/>
          </p:cNvSpPr>
          <p:nvPr/>
        </p:nvSpPr>
        <p:spPr>
          <a:xfrm xmlns:a="http://schemas.openxmlformats.org/drawingml/2006/main">
            <a:off x="762000" y="6514042"/>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13" b="0">
                <a:solidFill>
                  <a:srgbClr val="586368"/>
                </a:solidFill>
                <a:latin typeface="Noto Sans KR"/>
                <a:ea typeface="Noto Sans KR"/>
                <a:cs typeface="Noto Sans KR"/>
              </a:defRPr>
            </a:defPPr>
            <a:lvl1pPr algn="r">
              <a:defRPr sz="1013" b="0">
                <a:solidFill>
                  <a:srgbClr val="586368"/>
                </a:solidFill>
                <a:latin typeface="Noto Sans KR"/>
                <a:ea typeface="Noto Sans KR"/>
                <a:cs typeface="Noto Sans KR"/>
              </a:defRPr>
            </a:lvl1pPr>
            <a:lvl2pPr algn="r">
              <a:defRPr sz="1013" b="0">
                <a:solidFill>
                  <a:srgbClr val="586368"/>
                </a:solidFill>
                <a:latin typeface="Noto Sans KR"/>
                <a:ea typeface="Noto Sans KR"/>
                <a:cs typeface="Noto Sans KR"/>
              </a:defRPr>
            </a:lvl2pPr>
            <a:lvl3pPr algn="r">
              <a:defRPr sz="1013" b="0">
                <a:solidFill>
                  <a:srgbClr val="586368"/>
                </a:solidFill>
                <a:latin typeface="Noto Sans KR"/>
                <a:ea typeface="Noto Sans KR"/>
                <a:cs typeface="Noto Sans KR"/>
              </a:defRPr>
            </a:lvl3pPr>
            <a:lvl4pPr algn="r">
              <a:defRPr sz="1013" b="0">
                <a:solidFill>
                  <a:srgbClr val="586368"/>
                </a:solidFill>
                <a:latin typeface="Noto Sans KR"/>
                <a:ea typeface="Noto Sans KR"/>
                <a:cs typeface="Noto Sans KR"/>
              </a:defRPr>
            </a:lvl4pPr>
            <a:lvl5pPr algn="r">
              <a:defRPr sz="1013" b="0">
                <a:solidFill>
                  <a:srgbClr val="586368"/>
                </a:solidFill>
                <a:latin typeface="Noto Sans KR"/>
                <a:ea typeface="Noto Sans KR"/>
                <a:cs typeface="Noto Sans KR"/>
              </a:defRPr>
            </a:lvl5pPr>
            <a:lvl6pPr algn="r">
              <a:defRPr sz="1013" b="0">
                <a:solidFill>
                  <a:srgbClr val="586368"/>
                </a:solidFill>
                <a:latin typeface="Noto Sans KR"/>
                <a:ea typeface="Noto Sans KR"/>
                <a:cs typeface="Noto Sans KR"/>
              </a:defRPr>
            </a:lvl6pPr>
            <a:lvl7pPr algn="r">
              <a:defRPr sz="1013" b="0">
                <a:solidFill>
                  <a:srgbClr val="586368"/>
                </a:solidFill>
                <a:latin typeface="Noto Sans KR"/>
                <a:ea typeface="Noto Sans KR"/>
                <a:cs typeface="Noto Sans KR"/>
              </a:defRPr>
            </a:lvl7pPr>
            <a:lvl8pPr algn="r">
              <a:defRPr sz="1013" b="0">
                <a:solidFill>
                  <a:srgbClr val="586368"/>
                </a:solidFill>
                <a:latin typeface="Noto Sans KR"/>
                <a:ea typeface="Noto Sans KR"/>
                <a:cs typeface="Noto Sans KR"/>
              </a:defRPr>
            </a:lvl8pPr>
            <a:lvl9pPr algn="r">
              <a:defRPr sz="1013" b="0">
                <a:solidFill>
                  <a:srgbClr val="586368"/>
                </a:solidFill>
                <a:latin typeface="Noto Sans KR"/>
                <a:ea typeface="Noto Sans KR"/>
                <a:cs typeface="Noto Sans KR"/>
              </a:defRPr>
            </a:lvl9pPr>
          </a:lstStyle>
          <a:p xmlns:a="http://schemas.openxmlformats.org/drawingml/2006/main">
            <a:pPr algn="r">
              <a:lnSpc>
                <a:spcPct val="118000"/>
              </a:lnSpc>
              <a:buNone/>
              <a:defRPr sz="1013" b="0">
                <a:solidFill>
                  <a:srgbClr val="586368"/>
                </a:solidFill>
                <a:latin typeface="Noto Sans KR"/>
                <a:ea typeface="Noto Sans KR"/>
                <a:cs typeface="Noto Sans KR"/>
              </a:defRPr>
            </a:pPr>
            <a:r>
              <a:rPr sz="1013" b="0">
                <a:solidFill>
                  <a:srgbClr val="586368"/>
                </a:solidFill>
                <a:latin typeface="Noto Sans KR"/>
                <a:ea typeface="Noto Sans KR"/>
                <a:cs typeface="Noto Sans KR"/>
              </a:rPr>
              <a:t>시간·요일</a:t>
            </a:r>
          </a:p>
        </p:txBody>
      </p:sp>
      <p:sp>
        <p:nvSpPr>
          <p:cNvPr id="56" name="">
            <a:extLst xmlns:a="http://schemas.openxmlformats.org/drawingml/2006/main">
              <a:ext uri="{FF2B5EF4-FFF2-40B4-BE49-F238E27FC236}">
                <a16:creationId xmlns:a16="http://schemas.microsoft.com/office/drawing/2014/main" id="{3822AAC1-A5F2-4CCB-9CCB-5D88E867D490}"/>
              </a:ext>
            </a:extLst>
          </p:cNvPr>
          <p:cNvSpPr>
            <a:spLocks xmlns:a="http://schemas.openxmlformats.org/drawingml/2006/main" noGrp="1"/>
          </p:cNvSpPr>
          <p:nvPr/>
        </p:nvSpPr>
        <p:spPr>
          <a:xfrm xmlns:a="http://schemas.openxmlformats.org/drawingml/2006/main">
            <a:off x="1962150" y="6493933"/>
            <a:ext cx="5753100" cy="0"/>
          </a:xfrm>
          <a:prstGeom xmlns:a="http://schemas.openxmlformats.org/drawingml/2006/main" prst="line">
            <a:avLst/>
          </a:prstGeom>
          <a:noFill xmlns:a="http://schemas.openxmlformats.org/drawingml/2006/main"/>
          <a:ln xmlns:a="http://schemas.openxmlformats.org/drawingml/2006/main" w="4763">
            <a:solidFill>
              <a:srgbClr val="FFFFFF"/>
            </a:solidFill>
            <a:prstDash val="solid"/>
          </a:ln>
        </p:spPr>
      </p:sp>
      <p:sp>
        <p:nvSpPr>
          <p:cNvPr id="57" name="text">
            <a:extLst xmlns:a="http://schemas.openxmlformats.org/drawingml/2006/main">
              <a:ext uri="{FF2B5EF4-FFF2-40B4-BE49-F238E27FC236}">
                <a16:creationId xmlns:a16="http://schemas.microsoft.com/office/drawing/2014/main" id="{7B4C1DD0-DC6E-49F7-9A00-76A858ACD89B}"/>
              </a:ext>
            </a:extLst>
          </p:cNvPr>
          <p:cNvSpPr>
            <a:spLocks xmlns:a="http://schemas.openxmlformats.org/drawingml/2006/main" noGrp="1"/>
          </p:cNvSpPr>
          <p:nvPr/>
        </p:nvSpPr>
        <p:spPr>
          <a:xfrm xmlns:a="http://schemas.openxmlformats.org/drawingml/2006/main">
            <a:off x="1704975" y="6772275"/>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6368"/>
                </a:solidFill>
                <a:latin typeface="Noto Sans KR"/>
                <a:ea typeface="Noto Sans KR"/>
                <a:cs typeface="Noto Sans KR"/>
              </a:defRPr>
            </a:defPPr>
            <a:lvl1pPr algn="l">
              <a:defRPr sz="975" b="0">
                <a:solidFill>
                  <a:srgbClr val="586368"/>
                </a:solidFill>
                <a:latin typeface="Noto Sans KR"/>
                <a:ea typeface="Noto Sans KR"/>
                <a:cs typeface="Noto Sans KR"/>
              </a:defRPr>
            </a:lvl1pPr>
            <a:lvl2pPr algn="l">
              <a:defRPr sz="975" b="0">
                <a:solidFill>
                  <a:srgbClr val="586368"/>
                </a:solidFill>
                <a:latin typeface="Noto Sans KR"/>
                <a:ea typeface="Noto Sans KR"/>
                <a:cs typeface="Noto Sans KR"/>
              </a:defRPr>
            </a:lvl2pPr>
            <a:lvl3pPr algn="l">
              <a:defRPr sz="975" b="0">
                <a:solidFill>
                  <a:srgbClr val="586368"/>
                </a:solidFill>
                <a:latin typeface="Noto Sans KR"/>
                <a:ea typeface="Noto Sans KR"/>
                <a:cs typeface="Noto Sans KR"/>
              </a:defRPr>
            </a:lvl3pPr>
            <a:lvl4pPr algn="l">
              <a:defRPr sz="975" b="0">
                <a:solidFill>
                  <a:srgbClr val="586368"/>
                </a:solidFill>
                <a:latin typeface="Noto Sans KR"/>
                <a:ea typeface="Noto Sans KR"/>
                <a:cs typeface="Noto Sans KR"/>
              </a:defRPr>
            </a:lvl4pPr>
            <a:lvl5pPr algn="l">
              <a:defRPr sz="975" b="0">
                <a:solidFill>
                  <a:srgbClr val="586368"/>
                </a:solidFill>
                <a:latin typeface="Noto Sans KR"/>
                <a:ea typeface="Noto Sans KR"/>
                <a:cs typeface="Noto Sans KR"/>
              </a:defRPr>
            </a:lvl5pPr>
            <a:lvl6pPr algn="l">
              <a:defRPr sz="975" b="0">
                <a:solidFill>
                  <a:srgbClr val="586368"/>
                </a:solidFill>
                <a:latin typeface="Noto Sans KR"/>
                <a:ea typeface="Noto Sans KR"/>
                <a:cs typeface="Noto Sans KR"/>
              </a:defRPr>
            </a:lvl6pPr>
            <a:lvl7pPr algn="l">
              <a:defRPr sz="975" b="0">
                <a:solidFill>
                  <a:srgbClr val="586368"/>
                </a:solidFill>
                <a:latin typeface="Noto Sans KR"/>
                <a:ea typeface="Noto Sans KR"/>
                <a:cs typeface="Noto Sans KR"/>
              </a:defRPr>
            </a:lvl7pPr>
            <a:lvl8pPr algn="l">
              <a:defRPr sz="975" b="0">
                <a:solidFill>
                  <a:srgbClr val="586368"/>
                </a:solidFill>
                <a:latin typeface="Noto Sans KR"/>
                <a:ea typeface="Noto Sans KR"/>
                <a:cs typeface="Noto Sans KR"/>
              </a:defRPr>
            </a:lvl8pPr>
            <a:lvl9pPr algn="l">
              <a:defRPr sz="975" b="0">
                <a:solidFill>
                  <a:srgbClr val="586368"/>
                </a:solidFill>
                <a:latin typeface="Noto Sans KR"/>
                <a:ea typeface="Noto Sans KR"/>
                <a:cs typeface="Noto Sans KR"/>
              </a:defRPr>
            </a:lvl9pPr>
          </a:lstStyle>
          <a:p xmlns:a="http://schemas.openxmlformats.org/drawingml/2006/main">
            <a:pPr algn="l">
              <a:lnSpc>
                <a:spcPct val="118000"/>
              </a:lnSpc>
              <a:buNone/>
              <a:defRPr sz="975" b="0">
                <a:solidFill>
                  <a:srgbClr val="586368"/>
                </a:solidFill>
                <a:latin typeface="Noto Sans KR"/>
                <a:ea typeface="Noto Sans KR"/>
                <a:cs typeface="Noto Sans KR"/>
              </a:defRPr>
            </a:pPr>
            <a:r>
              <a:rPr sz="975" b="0">
                <a:solidFill>
                  <a:srgbClr val="586368"/>
                </a:solidFill>
                <a:latin typeface="Noto Sans KR"/>
                <a:ea typeface="Noto Sans KR"/>
                <a:cs typeface="Noto Sans KR"/>
              </a:rPr>
              <a:t>1일차 00시</a:t>
            </a:r>
          </a:p>
        </p:txBody>
      </p:sp>
      <p:sp>
        <p:nvSpPr>
          <p:cNvPr id="58" name="text">
            <a:extLst xmlns:a="http://schemas.openxmlformats.org/drawingml/2006/main">
              <a:ext uri="{FF2B5EF4-FFF2-40B4-BE49-F238E27FC236}">
                <a16:creationId xmlns:a16="http://schemas.microsoft.com/office/drawing/2014/main" id="{3FBFB6E9-395E-47F2-B3C7-89F8D5E363D2}"/>
              </a:ext>
            </a:extLst>
          </p:cNvPr>
          <p:cNvSpPr>
            <a:spLocks xmlns:a="http://schemas.openxmlformats.org/drawingml/2006/main" noGrp="1"/>
          </p:cNvSpPr>
          <p:nvPr/>
        </p:nvSpPr>
        <p:spPr>
          <a:xfrm xmlns:a="http://schemas.openxmlformats.org/drawingml/2006/main">
            <a:off x="3143250" y="6772275"/>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6368"/>
                </a:solidFill>
                <a:latin typeface="Noto Sans KR"/>
                <a:ea typeface="Noto Sans KR"/>
                <a:cs typeface="Noto Sans KR"/>
              </a:defRPr>
            </a:defPPr>
            <a:lvl1pPr algn="l">
              <a:defRPr sz="975" b="0">
                <a:solidFill>
                  <a:srgbClr val="586368"/>
                </a:solidFill>
                <a:latin typeface="Noto Sans KR"/>
                <a:ea typeface="Noto Sans KR"/>
                <a:cs typeface="Noto Sans KR"/>
              </a:defRPr>
            </a:lvl1pPr>
            <a:lvl2pPr algn="l">
              <a:defRPr sz="975" b="0">
                <a:solidFill>
                  <a:srgbClr val="586368"/>
                </a:solidFill>
                <a:latin typeface="Noto Sans KR"/>
                <a:ea typeface="Noto Sans KR"/>
                <a:cs typeface="Noto Sans KR"/>
              </a:defRPr>
            </a:lvl2pPr>
            <a:lvl3pPr algn="l">
              <a:defRPr sz="975" b="0">
                <a:solidFill>
                  <a:srgbClr val="586368"/>
                </a:solidFill>
                <a:latin typeface="Noto Sans KR"/>
                <a:ea typeface="Noto Sans KR"/>
                <a:cs typeface="Noto Sans KR"/>
              </a:defRPr>
            </a:lvl3pPr>
            <a:lvl4pPr algn="l">
              <a:defRPr sz="975" b="0">
                <a:solidFill>
                  <a:srgbClr val="586368"/>
                </a:solidFill>
                <a:latin typeface="Noto Sans KR"/>
                <a:ea typeface="Noto Sans KR"/>
                <a:cs typeface="Noto Sans KR"/>
              </a:defRPr>
            </a:lvl4pPr>
            <a:lvl5pPr algn="l">
              <a:defRPr sz="975" b="0">
                <a:solidFill>
                  <a:srgbClr val="586368"/>
                </a:solidFill>
                <a:latin typeface="Noto Sans KR"/>
                <a:ea typeface="Noto Sans KR"/>
                <a:cs typeface="Noto Sans KR"/>
              </a:defRPr>
            </a:lvl5pPr>
            <a:lvl6pPr algn="l">
              <a:defRPr sz="975" b="0">
                <a:solidFill>
                  <a:srgbClr val="586368"/>
                </a:solidFill>
                <a:latin typeface="Noto Sans KR"/>
                <a:ea typeface="Noto Sans KR"/>
                <a:cs typeface="Noto Sans KR"/>
              </a:defRPr>
            </a:lvl6pPr>
            <a:lvl7pPr algn="l">
              <a:defRPr sz="975" b="0">
                <a:solidFill>
                  <a:srgbClr val="586368"/>
                </a:solidFill>
                <a:latin typeface="Noto Sans KR"/>
                <a:ea typeface="Noto Sans KR"/>
                <a:cs typeface="Noto Sans KR"/>
              </a:defRPr>
            </a:lvl7pPr>
            <a:lvl8pPr algn="l">
              <a:defRPr sz="975" b="0">
                <a:solidFill>
                  <a:srgbClr val="586368"/>
                </a:solidFill>
                <a:latin typeface="Noto Sans KR"/>
                <a:ea typeface="Noto Sans KR"/>
                <a:cs typeface="Noto Sans KR"/>
              </a:defRPr>
            </a:lvl8pPr>
            <a:lvl9pPr algn="l">
              <a:defRPr sz="975" b="0">
                <a:solidFill>
                  <a:srgbClr val="586368"/>
                </a:solidFill>
                <a:latin typeface="Noto Sans KR"/>
                <a:ea typeface="Noto Sans KR"/>
                <a:cs typeface="Noto Sans KR"/>
              </a:defRPr>
            </a:lvl9pPr>
          </a:lstStyle>
          <a:p xmlns:a="http://schemas.openxmlformats.org/drawingml/2006/main">
            <a:pPr algn="l">
              <a:lnSpc>
                <a:spcPct val="118000"/>
              </a:lnSpc>
              <a:buNone/>
              <a:defRPr sz="975" b="0">
                <a:solidFill>
                  <a:srgbClr val="586368"/>
                </a:solidFill>
                <a:latin typeface="Noto Sans KR"/>
                <a:ea typeface="Noto Sans KR"/>
                <a:cs typeface="Noto Sans KR"/>
              </a:defRPr>
            </a:pPr>
            <a:r>
              <a:rPr sz="975" b="0">
                <a:solidFill>
                  <a:srgbClr val="586368"/>
                </a:solidFill>
                <a:latin typeface="Noto Sans KR"/>
                <a:ea typeface="Noto Sans KR"/>
                <a:cs typeface="Noto Sans KR"/>
              </a:rPr>
              <a:t>12시</a:t>
            </a:r>
          </a:p>
        </p:txBody>
      </p:sp>
      <p:sp>
        <p:nvSpPr>
          <p:cNvPr id="59" name="text">
            <a:extLst xmlns:a="http://schemas.openxmlformats.org/drawingml/2006/main">
              <a:ext uri="{FF2B5EF4-FFF2-40B4-BE49-F238E27FC236}">
                <a16:creationId xmlns:a16="http://schemas.microsoft.com/office/drawing/2014/main" id="{2C47CBBA-A486-4F52-893A-40135EF78E0D}"/>
              </a:ext>
            </a:extLst>
          </p:cNvPr>
          <p:cNvSpPr>
            <a:spLocks xmlns:a="http://schemas.openxmlformats.org/drawingml/2006/main" noGrp="1"/>
          </p:cNvSpPr>
          <p:nvPr/>
        </p:nvSpPr>
        <p:spPr>
          <a:xfrm xmlns:a="http://schemas.openxmlformats.org/drawingml/2006/main">
            <a:off x="4581525" y="6772275"/>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6368"/>
                </a:solidFill>
                <a:latin typeface="Noto Sans KR"/>
                <a:ea typeface="Noto Sans KR"/>
                <a:cs typeface="Noto Sans KR"/>
              </a:defRPr>
            </a:defPPr>
            <a:lvl1pPr algn="l">
              <a:defRPr sz="975" b="0">
                <a:solidFill>
                  <a:srgbClr val="586368"/>
                </a:solidFill>
                <a:latin typeface="Noto Sans KR"/>
                <a:ea typeface="Noto Sans KR"/>
                <a:cs typeface="Noto Sans KR"/>
              </a:defRPr>
            </a:lvl1pPr>
            <a:lvl2pPr algn="l">
              <a:defRPr sz="975" b="0">
                <a:solidFill>
                  <a:srgbClr val="586368"/>
                </a:solidFill>
                <a:latin typeface="Noto Sans KR"/>
                <a:ea typeface="Noto Sans KR"/>
                <a:cs typeface="Noto Sans KR"/>
              </a:defRPr>
            </a:lvl2pPr>
            <a:lvl3pPr algn="l">
              <a:defRPr sz="975" b="0">
                <a:solidFill>
                  <a:srgbClr val="586368"/>
                </a:solidFill>
                <a:latin typeface="Noto Sans KR"/>
                <a:ea typeface="Noto Sans KR"/>
                <a:cs typeface="Noto Sans KR"/>
              </a:defRPr>
            </a:lvl3pPr>
            <a:lvl4pPr algn="l">
              <a:defRPr sz="975" b="0">
                <a:solidFill>
                  <a:srgbClr val="586368"/>
                </a:solidFill>
                <a:latin typeface="Noto Sans KR"/>
                <a:ea typeface="Noto Sans KR"/>
                <a:cs typeface="Noto Sans KR"/>
              </a:defRPr>
            </a:lvl4pPr>
            <a:lvl5pPr algn="l">
              <a:defRPr sz="975" b="0">
                <a:solidFill>
                  <a:srgbClr val="586368"/>
                </a:solidFill>
                <a:latin typeface="Noto Sans KR"/>
                <a:ea typeface="Noto Sans KR"/>
                <a:cs typeface="Noto Sans KR"/>
              </a:defRPr>
            </a:lvl5pPr>
            <a:lvl6pPr algn="l">
              <a:defRPr sz="975" b="0">
                <a:solidFill>
                  <a:srgbClr val="586368"/>
                </a:solidFill>
                <a:latin typeface="Noto Sans KR"/>
                <a:ea typeface="Noto Sans KR"/>
                <a:cs typeface="Noto Sans KR"/>
              </a:defRPr>
            </a:lvl6pPr>
            <a:lvl7pPr algn="l">
              <a:defRPr sz="975" b="0">
                <a:solidFill>
                  <a:srgbClr val="586368"/>
                </a:solidFill>
                <a:latin typeface="Noto Sans KR"/>
                <a:ea typeface="Noto Sans KR"/>
                <a:cs typeface="Noto Sans KR"/>
              </a:defRPr>
            </a:lvl7pPr>
            <a:lvl8pPr algn="l">
              <a:defRPr sz="975" b="0">
                <a:solidFill>
                  <a:srgbClr val="586368"/>
                </a:solidFill>
                <a:latin typeface="Noto Sans KR"/>
                <a:ea typeface="Noto Sans KR"/>
                <a:cs typeface="Noto Sans KR"/>
              </a:defRPr>
            </a:lvl8pPr>
            <a:lvl9pPr algn="l">
              <a:defRPr sz="975" b="0">
                <a:solidFill>
                  <a:srgbClr val="586368"/>
                </a:solidFill>
                <a:latin typeface="Noto Sans KR"/>
                <a:ea typeface="Noto Sans KR"/>
                <a:cs typeface="Noto Sans KR"/>
              </a:defRPr>
            </a:lvl9pPr>
          </a:lstStyle>
          <a:p xmlns:a="http://schemas.openxmlformats.org/drawingml/2006/main">
            <a:pPr algn="l">
              <a:lnSpc>
                <a:spcPct val="118000"/>
              </a:lnSpc>
              <a:buNone/>
              <a:defRPr sz="975" b="0">
                <a:solidFill>
                  <a:srgbClr val="586368"/>
                </a:solidFill>
                <a:latin typeface="Noto Sans KR"/>
                <a:ea typeface="Noto Sans KR"/>
                <a:cs typeface="Noto Sans KR"/>
              </a:defRPr>
            </a:pPr>
            <a:r>
              <a:rPr sz="975" b="0">
                <a:solidFill>
                  <a:srgbClr val="586368"/>
                </a:solidFill>
                <a:latin typeface="Noto Sans KR"/>
                <a:ea typeface="Noto Sans KR"/>
                <a:cs typeface="Noto Sans KR"/>
              </a:rPr>
              <a:t>2일차 00시</a:t>
            </a:r>
          </a:p>
        </p:txBody>
      </p:sp>
      <p:sp>
        <p:nvSpPr>
          <p:cNvPr id="60" name="text">
            <a:extLst xmlns:a="http://schemas.openxmlformats.org/drawingml/2006/main">
              <a:ext uri="{FF2B5EF4-FFF2-40B4-BE49-F238E27FC236}">
                <a16:creationId xmlns:a16="http://schemas.microsoft.com/office/drawing/2014/main" id="{3667142F-747E-48A2-8CD3-D9CD6AE3747A}"/>
              </a:ext>
            </a:extLst>
          </p:cNvPr>
          <p:cNvSpPr>
            <a:spLocks xmlns:a="http://schemas.openxmlformats.org/drawingml/2006/main" noGrp="1"/>
          </p:cNvSpPr>
          <p:nvPr/>
        </p:nvSpPr>
        <p:spPr>
          <a:xfrm xmlns:a="http://schemas.openxmlformats.org/drawingml/2006/main">
            <a:off x="6019800" y="6772275"/>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6368"/>
                </a:solidFill>
                <a:latin typeface="Noto Sans KR"/>
                <a:ea typeface="Noto Sans KR"/>
                <a:cs typeface="Noto Sans KR"/>
              </a:defRPr>
            </a:defPPr>
            <a:lvl1pPr algn="l">
              <a:defRPr sz="975" b="0">
                <a:solidFill>
                  <a:srgbClr val="586368"/>
                </a:solidFill>
                <a:latin typeface="Noto Sans KR"/>
                <a:ea typeface="Noto Sans KR"/>
                <a:cs typeface="Noto Sans KR"/>
              </a:defRPr>
            </a:lvl1pPr>
            <a:lvl2pPr algn="l">
              <a:defRPr sz="975" b="0">
                <a:solidFill>
                  <a:srgbClr val="586368"/>
                </a:solidFill>
                <a:latin typeface="Noto Sans KR"/>
                <a:ea typeface="Noto Sans KR"/>
                <a:cs typeface="Noto Sans KR"/>
              </a:defRPr>
            </a:lvl2pPr>
            <a:lvl3pPr algn="l">
              <a:defRPr sz="975" b="0">
                <a:solidFill>
                  <a:srgbClr val="586368"/>
                </a:solidFill>
                <a:latin typeface="Noto Sans KR"/>
                <a:ea typeface="Noto Sans KR"/>
                <a:cs typeface="Noto Sans KR"/>
              </a:defRPr>
            </a:lvl3pPr>
            <a:lvl4pPr algn="l">
              <a:defRPr sz="975" b="0">
                <a:solidFill>
                  <a:srgbClr val="586368"/>
                </a:solidFill>
                <a:latin typeface="Noto Sans KR"/>
                <a:ea typeface="Noto Sans KR"/>
                <a:cs typeface="Noto Sans KR"/>
              </a:defRPr>
            </a:lvl4pPr>
            <a:lvl5pPr algn="l">
              <a:defRPr sz="975" b="0">
                <a:solidFill>
                  <a:srgbClr val="586368"/>
                </a:solidFill>
                <a:latin typeface="Noto Sans KR"/>
                <a:ea typeface="Noto Sans KR"/>
                <a:cs typeface="Noto Sans KR"/>
              </a:defRPr>
            </a:lvl5pPr>
            <a:lvl6pPr algn="l">
              <a:defRPr sz="975" b="0">
                <a:solidFill>
                  <a:srgbClr val="586368"/>
                </a:solidFill>
                <a:latin typeface="Noto Sans KR"/>
                <a:ea typeface="Noto Sans KR"/>
                <a:cs typeface="Noto Sans KR"/>
              </a:defRPr>
            </a:lvl6pPr>
            <a:lvl7pPr algn="l">
              <a:defRPr sz="975" b="0">
                <a:solidFill>
                  <a:srgbClr val="586368"/>
                </a:solidFill>
                <a:latin typeface="Noto Sans KR"/>
                <a:ea typeface="Noto Sans KR"/>
                <a:cs typeface="Noto Sans KR"/>
              </a:defRPr>
            </a:lvl7pPr>
            <a:lvl8pPr algn="l">
              <a:defRPr sz="975" b="0">
                <a:solidFill>
                  <a:srgbClr val="586368"/>
                </a:solidFill>
                <a:latin typeface="Noto Sans KR"/>
                <a:ea typeface="Noto Sans KR"/>
                <a:cs typeface="Noto Sans KR"/>
              </a:defRPr>
            </a:lvl8pPr>
            <a:lvl9pPr algn="l">
              <a:defRPr sz="975" b="0">
                <a:solidFill>
                  <a:srgbClr val="586368"/>
                </a:solidFill>
                <a:latin typeface="Noto Sans KR"/>
                <a:ea typeface="Noto Sans KR"/>
                <a:cs typeface="Noto Sans KR"/>
              </a:defRPr>
            </a:lvl9pPr>
          </a:lstStyle>
          <a:p xmlns:a="http://schemas.openxmlformats.org/drawingml/2006/main">
            <a:pPr algn="l">
              <a:lnSpc>
                <a:spcPct val="118000"/>
              </a:lnSpc>
              <a:buNone/>
              <a:defRPr sz="975" b="0">
                <a:solidFill>
                  <a:srgbClr val="586368"/>
                </a:solidFill>
                <a:latin typeface="Noto Sans KR"/>
                <a:ea typeface="Noto Sans KR"/>
                <a:cs typeface="Noto Sans KR"/>
              </a:defRPr>
            </a:pPr>
            <a:r>
              <a:rPr sz="975" b="0">
                <a:solidFill>
                  <a:srgbClr val="586368"/>
                </a:solidFill>
                <a:latin typeface="Noto Sans KR"/>
                <a:ea typeface="Noto Sans KR"/>
                <a:cs typeface="Noto Sans KR"/>
              </a:rPr>
              <a:t>12시</a:t>
            </a:r>
          </a:p>
        </p:txBody>
      </p:sp>
      <p:sp>
        <p:nvSpPr>
          <p:cNvPr id="61" name="text">
            <a:extLst xmlns:a="http://schemas.openxmlformats.org/drawingml/2006/main">
              <a:ext uri="{FF2B5EF4-FFF2-40B4-BE49-F238E27FC236}">
                <a16:creationId xmlns:a16="http://schemas.microsoft.com/office/drawing/2014/main" id="{41E97BE0-5853-4AA8-A0FA-491ED9FB285C}"/>
              </a:ext>
            </a:extLst>
          </p:cNvPr>
          <p:cNvSpPr>
            <a:spLocks xmlns:a="http://schemas.openxmlformats.org/drawingml/2006/main" noGrp="1"/>
          </p:cNvSpPr>
          <p:nvPr/>
        </p:nvSpPr>
        <p:spPr>
          <a:xfrm xmlns:a="http://schemas.openxmlformats.org/drawingml/2006/main">
            <a:off x="7338219" y="6772275"/>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6368"/>
                </a:solidFill>
                <a:latin typeface="Noto Sans KR"/>
                <a:ea typeface="Noto Sans KR"/>
                <a:cs typeface="Noto Sans KR"/>
              </a:defRPr>
            </a:defPPr>
            <a:lvl1pPr algn="l">
              <a:defRPr sz="975" b="0">
                <a:solidFill>
                  <a:srgbClr val="586368"/>
                </a:solidFill>
                <a:latin typeface="Noto Sans KR"/>
                <a:ea typeface="Noto Sans KR"/>
                <a:cs typeface="Noto Sans KR"/>
              </a:defRPr>
            </a:lvl1pPr>
            <a:lvl2pPr algn="l">
              <a:defRPr sz="975" b="0">
                <a:solidFill>
                  <a:srgbClr val="586368"/>
                </a:solidFill>
                <a:latin typeface="Noto Sans KR"/>
                <a:ea typeface="Noto Sans KR"/>
                <a:cs typeface="Noto Sans KR"/>
              </a:defRPr>
            </a:lvl2pPr>
            <a:lvl3pPr algn="l">
              <a:defRPr sz="975" b="0">
                <a:solidFill>
                  <a:srgbClr val="586368"/>
                </a:solidFill>
                <a:latin typeface="Noto Sans KR"/>
                <a:ea typeface="Noto Sans KR"/>
                <a:cs typeface="Noto Sans KR"/>
              </a:defRPr>
            </a:lvl3pPr>
            <a:lvl4pPr algn="l">
              <a:defRPr sz="975" b="0">
                <a:solidFill>
                  <a:srgbClr val="586368"/>
                </a:solidFill>
                <a:latin typeface="Noto Sans KR"/>
                <a:ea typeface="Noto Sans KR"/>
                <a:cs typeface="Noto Sans KR"/>
              </a:defRPr>
            </a:lvl4pPr>
            <a:lvl5pPr algn="l">
              <a:defRPr sz="975" b="0">
                <a:solidFill>
                  <a:srgbClr val="586368"/>
                </a:solidFill>
                <a:latin typeface="Noto Sans KR"/>
                <a:ea typeface="Noto Sans KR"/>
                <a:cs typeface="Noto Sans KR"/>
              </a:defRPr>
            </a:lvl5pPr>
            <a:lvl6pPr algn="l">
              <a:defRPr sz="975" b="0">
                <a:solidFill>
                  <a:srgbClr val="586368"/>
                </a:solidFill>
                <a:latin typeface="Noto Sans KR"/>
                <a:ea typeface="Noto Sans KR"/>
                <a:cs typeface="Noto Sans KR"/>
              </a:defRPr>
            </a:lvl6pPr>
            <a:lvl7pPr algn="l">
              <a:defRPr sz="975" b="0">
                <a:solidFill>
                  <a:srgbClr val="586368"/>
                </a:solidFill>
                <a:latin typeface="Noto Sans KR"/>
                <a:ea typeface="Noto Sans KR"/>
                <a:cs typeface="Noto Sans KR"/>
              </a:defRPr>
            </a:lvl7pPr>
            <a:lvl8pPr algn="l">
              <a:defRPr sz="975" b="0">
                <a:solidFill>
                  <a:srgbClr val="586368"/>
                </a:solidFill>
                <a:latin typeface="Noto Sans KR"/>
                <a:ea typeface="Noto Sans KR"/>
                <a:cs typeface="Noto Sans KR"/>
              </a:defRPr>
            </a:lvl8pPr>
            <a:lvl9pPr algn="l">
              <a:defRPr sz="975" b="0">
                <a:solidFill>
                  <a:srgbClr val="586368"/>
                </a:solidFill>
                <a:latin typeface="Noto Sans KR"/>
                <a:ea typeface="Noto Sans KR"/>
                <a:cs typeface="Noto Sans KR"/>
              </a:defRPr>
            </a:lvl9pPr>
          </a:lstStyle>
          <a:p xmlns:a="http://schemas.openxmlformats.org/drawingml/2006/main">
            <a:pPr algn="l">
              <a:lnSpc>
                <a:spcPct val="118000"/>
              </a:lnSpc>
              <a:buNone/>
              <a:defRPr sz="975" b="0">
                <a:solidFill>
                  <a:srgbClr val="586368"/>
                </a:solidFill>
                <a:latin typeface="Noto Sans KR"/>
                <a:ea typeface="Noto Sans KR"/>
                <a:cs typeface="Noto Sans KR"/>
              </a:defRPr>
            </a:pPr>
            <a:r>
              <a:rPr sz="975" b="0">
                <a:solidFill>
                  <a:srgbClr val="586368"/>
                </a:solidFill>
                <a:latin typeface="Noto Sans KR"/>
                <a:ea typeface="Noto Sans KR"/>
                <a:cs typeface="Noto Sans KR"/>
              </a:rPr>
              <a:t>23시</a:t>
            </a:r>
          </a:p>
        </p:txBody>
      </p:sp>
      <p:graphicFrame>
        <p:nvGraphicFramePr>
          <p:cNvPr id="62" name="">
            <a:extLst xmlns:a="http://schemas.openxmlformats.org/drawingml/2006/main">
              <a:ext uri="{FF2B5EF4-FFF2-40B4-BE49-F238E27FC236}">
                <a16:creationId xmlns:a16="http://schemas.microsoft.com/office/drawing/2014/main" id="{2127DE73-D095-433A-9FBF-0FAC32D205F1}"/>
              </a:ext>
            </a:extLst>
          </p:cNvPr>
          <p:cNvGraphicFramePr/>
          <p:nvPr/>
        </p:nvGraphicFramePr>
        <p:xfrm>
          <a:off xmlns:a="http://schemas.openxmlformats.org/drawingml/2006/main" x="7905750" y="4953000"/>
          <a:ext xmlns:a="http://schemas.openxmlformats.org/drawingml/2006/main" cx="133350" cy="1733550"/>
        </p:xfrm>
        <a:graphic xmlns:a="http://schemas.openxmlformats.org/drawingml/2006/main">
          <a:graphicData uri="http://schemas.openxmlformats.org/drawingml/2006/table">
            <a:tbl>
              <a:tblPr firstRow="0" bandRow="0" bandCol="0"/>
              <a:tblGrid>
                <a:gridCol w="133350"/>
              </a:tblGrid>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T w="0">
                      <a:noFill/>
                    </a:lnT>
                    <a:lnB w="0">
                      <a:noFill/>
                    </a:lnB>
                    <a:solidFill>
                      <a:srgbClr val="FDE725"/>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ECE42B"/>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DBE130"/>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CBDF36"/>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BADC3C"/>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A9D941"/>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98D647"/>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87D34C"/>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78D052"/>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6CCB59"/>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61C55F"/>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56C066"/>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BBB6C"/>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FB673"/>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4B07A"/>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9AB80"/>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2A685"/>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39F86"/>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49987"/>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59388"/>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78D8A"/>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8878B"/>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9818C"/>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A7A8D"/>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C748D"/>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2F6D8D"/>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2678C"/>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5608B"/>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8598A"/>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B5389"/>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3D4C88"/>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04587"/>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13D82"/>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2357B"/>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22C75"/>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2236E"/>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31B68"/>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31261"/>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40A5B"/>
                    </a:solidFill>
                  </a:tcPr>
                </a:tc>
              </a:tr>
              <a:tr h="43339">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440154"/>
                    </a:solidFill>
                  </a:tcPr>
                </a:tc>
              </a:tr>
            </a:tbl>
          </a:graphicData>
        </a:graphic>
      </p:graphicFrame>
      <p:sp>
        <p:nvSpPr>
          <p:cNvPr id="63" name="color-scale">
            <a:extLst xmlns:a="http://schemas.openxmlformats.org/drawingml/2006/main">
              <a:ext uri="{FF2B5EF4-FFF2-40B4-BE49-F238E27FC236}">
                <a16:creationId xmlns:a16="http://schemas.microsoft.com/office/drawing/2014/main" id="{D16D2A0F-BEE6-4FF8-AAEC-26EB882A91F2}"/>
              </a:ext>
            </a:extLst>
          </p:cNvPr>
          <p:cNvSpPr>
            <a:spLocks xmlns:a="http://schemas.openxmlformats.org/drawingml/2006/main" noGrp="1"/>
          </p:cNvSpPr>
          <p:nvPr/>
        </p:nvSpPr>
        <p:spPr>
          <a:xfrm xmlns:a="http://schemas.openxmlformats.org/drawingml/2006/main">
            <a:off x="7905750" y="4953000"/>
            <a:ext cx="133350" cy="1733550"/>
          </a:xfrm>
          <a:prstGeom xmlns:a="http://schemas.openxmlformats.org/drawingml/2006/main" prst="rect">
            <a:avLst/>
          </a:prstGeom>
          <a:noFill xmlns:a="http://schemas.openxmlformats.org/drawingml/2006/main"/>
          <a:ln xmlns:a="http://schemas.openxmlformats.org/drawingml/2006/main" w="7620">
            <a:solidFill>
              <a:srgbClr val="586368"/>
            </a:solidFill>
            <a:prstDash val="solid"/>
          </a:ln>
        </p:spPr>
      </p:sp>
      <p:sp>
        <p:nvSpPr>
          <p:cNvPr id="64" name="text">
            <a:extLst xmlns:a="http://schemas.openxmlformats.org/drawingml/2006/main">
              <a:ext uri="{FF2B5EF4-FFF2-40B4-BE49-F238E27FC236}">
                <a16:creationId xmlns:a16="http://schemas.microsoft.com/office/drawing/2014/main" id="{1B5A04CB-F6B0-4D77-9F5B-D53DF237F889}"/>
              </a:ext>
            </a:extLst>
          </p:cNvPr>
          <p:cNvSpPr>
            <a:spLocks xmlns:a="http://schemas.openxmlformats.org/drawingml/2006/main" noGrp="1"/>
          </p:cNvSpPr>
          <p:nvPr/>
        </p:nvSpPr>
        <p:spPr>
          <a:xfrm xmlns:a="http://schemas.openxmlformats.org/drawingml/2006/main">
            <a:off x="8096250" y="49339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6368"/>
                </a:solidFill>
                <a:latin typeface="Noto Sans KR"/>
                <a:ea typeface="Noto Sans KR"/>
                <a:cs typeface="Noto Sans KR"/>
              </a:defRPr>
            </a:defPPr>
            <a:lvl1pPr algn="l">
              <a:defRPr sz="975" b="0">
                <a:solidFill>
                  <a:srgbClr val="586368"/>
                </a:solidFill>
                <a:latin typeface="Noto Sans KR"/>
                <a:ea typeface="Noto Sans KR"/>
                <a:cs typeface="Noto Sans KR"/>
              </a:defRPr>
            </a:lvl1pPr>
            <a:lvl2pPr algn="l">
              <a:defRPr sz="975" b="0">
                <a:solidFill>
                  <a:srgbClr val="586368"/>
                </a:solidFill>
                <a:latin typeface="Noto Sans KR"/>
                <a:ea typeface="Noto Sans KR"/>
                <a:cs typeface="Noto Sans KR"/>
              </a:defRPr>
            </a:lvl2pPr>
            <a:lvl3pPr algn="l">
              <a:defRPr sz="975" b="0">
                <a:solidFill>
                  <a:srgbClr val="586368"/>
                </a:solidFill>
                <a:latin typeface="Noto Sans KR"/>
                <a:ea typeface="Noto Sans KR"/>
                <a:cs typeface="Noto Sans KR"/>
              </a:defRPr>
            </a:lvl3pPr>
            <a:lvl4pPr algn="l">
              <a:defRPr sz="975" b="0">
                <a:solidFill>
                  <a:srgbClr val="586368"/>
                </a:solidFill>
                <a:latin typeface="Noto Sans KR"/>
                <a:ea typeface="Noto Sans KR"/>
                <a:cs typeface="Noto Sans KR"/>
              </a:defRPr>
            </a:lvl4pPr>
            <a:lvl5pPr algn="l">
              <a:defRPr sz="975" b="0">
                <a:solidFill>
                  <a:srgbClr val="586368"/>
                </a:solidFill>
                <a:latin typeface="Noto Sans KR"/>
                <a:ea typeface="Noto Sans KR"/>
                <a:cs typeface="Noto Sans KR"/>
              </a:defRPr>
            </a:lvl5pPr>
            <a:lvl6pPr algn="l">
              <a:defRPr sz="975" b="0">
                <a:solidFill>
                  <a:srgbClr val="586368"/>
                </a:solidFill>
                <a:latin typeface="Noto Sans KR"/>
                <a:ea typeface="Noto Sans KR"/>
                <a:cs typeface="Noto Sans KR"/>
              </a:defRPr>
            </a:lvl6pPr>
            <a:lvl7pPr algn="l">
              <a:defRPr sz="975" b="0">
                <a:solidFill>
                  <a:srgbClr val="586368"/>
                </a:solidFill>
                <a:latin typeface="Noto Sans KR"/>
                <a:ea typeface="Noto Sans KR"/>
                <a:cs typeface="Noto Sans KR"/>
              </a:defRPr>
            </a:lvl7pPr>
            <a:lvl8pPr algn="l">
              <a:defRPr sz="975" b="0">
                <a:solidFill>
                  <a:srgbClr val="586368"/>
                </a:solidFill>
                <a:latin typeface="Noto Sans KR"/>
                <a:ea typeface="Noto Sans KR"/>
                <a:cs typeface="Noto Sans KR"/>
              </a:defRPr>
            </a:lvl8pPr>
            <a:lvl9pPr algn="l">
              <a:defRPr sz="975" b="0">
                <a:solidFill>
                  <a:srgbClr val="586368"/>
                </a:solidFill>
                <a:latin typeface="Noto Sans KR"/>
                <a:ea typeface="Noto Sans KR"/>
                <a:cs typeface="Noto Sans KR"/>
              </a:defRPr>
            </a:lvl9pPr>
          </a:lstStyle>
          <a:p xmlns:a="http://schemas.openxmlformats.org/drawingml/2006/main">
            <a:pPr algn="l">
              <a:lnSpc>
                <a:spcPct val="118000"/>
              </a:lnSpc>
              <a:buNone/>
              <a:defRPr sz="975" b="0">
                <a:solidFill>
                  <a:srgbClr val="586368"/>
                </a:solidFill>
                <a:latin typeface="Noto Sans KR"/>
                <a:ea typeface="Noto Sans KR"/>
                <a:cs typeface="Noto Sans KR"/>
              </a:defRPr>
            </a:pPr>
            <a:r>
              <a:rPr sz="975" b="0">
                <a:solidFill>
                  <a:srgbClr val="586368"/>
                </a:solidFill>
                <a:latin typeface="Noto Sans KR"/>
                <a:ea typeface="Noto Sans KR"/>
                <a:cs typeface="Noto Sans KR"/>
              </a:rPr>
              <a:t>4</a:t>
            </a:r>
          </a:p>
        </p:txBody>
      </p:sp>
      <p:sp>
        <p:nvSpPr>
          <p:cNvPr id="65" name="text">
            <a:extLst xmlns:a="http://schemas.openxmlformats.org/drawingml/2006/main">
              <a:ext uri="{FF2B5EF4-FFF2-40B4-BE49-F238E27FC236}">
                <a16:creationId xmlns:a16="http://schemas.microsoft.com/office/drawing/2014/main" id="{A5425908-0496-47D1-B1AC-7C708799FF6D}"/>
              </a:ext>
            </a:extLst>
          </p:cNvPr>
          <p:cNvSpPr>
            <a:spLocks xmlns:a="http://schemas.openxmlformats.org/drawingml/2006/main" noGrp="1"/>
          </p:cNvSpPr>
          <p:nvPr/>
        </p:nvSpPr>
        <p:spPr>
          <a:xfrm xmlns:a="http://schemas.openxmlformats.org/drawingml/2006/main">
            <a:off x="8096250" y="54546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6368"/>
                </a:solidFill>
                <a:latin typeface="Noto Sans KR"/>
                <a:ea typeface="Noto Sans KR"/>
                <a:cs typeface="Noto Sans KR"/>
              </a:defRPr>
            </a:defPPr>
            <a:lvl1pPr algn="l">
              <a:defRPr sz="975" b="0">
                <a:solidFill>
                  <a:srgbClr val="586368"/>
                </a:solidFill>
                <a:latin typeface="Noto Sans KR"/>
                <a:ea typeface="Noto Sans KR"/>
                <a:cs typeface="Noto Sans KR"/>
              </a:defRPr>
            </a:lvl1pPr>
            <a:lvl2pPr algn="l">
              <a:defRPr sz="975" b="0">
                <a:solidFill>
                  <a:srgbClr val="586368"/>
                </a:solidFill>
                <a:latin typeface="Noto Sans KR"/>
                <a:ea typeface="Noto Sans KR"/>
                <a:cs typeface="Noto Sans KR"/>
              </a:defRPr>
            </a:lvl2pPr>
            <a:lvl3pPr algn="l">
              <a:defRPr sz="975" b="0">
                <a:solidFill>
                  <a:srgbClr val="586368"/>
                </a:solidFill>
                <a:latin typeface="Noto Sans KR"/>
                <a:ea typeface="Noto Sans KR"/>
                <a:cs typeface="Noto Sans KR"/>
              </a:defRPr>
            </a:lvl3pPr>
            <a:lvl4pPr algn="l">
              <a:defRPr sz="975" b="0">
                <a:solidFill>
                  <a:srgbClr val="586368"/>
                </a:solidFill>
                <a:latin typeface="Noto Sans KR"/>
                <a:ea typeface="Noto Sans KR"/>
                <a:cs typeface="Noto Sans KR"/>
              </a:defRPr>
            </a:lvl4pPr>
            <a:lvl5pPr algn="l">
              <a:defRPr sz="975" b="0">
                <a:solidFill>
                  <a:srgbClr val="586368"/>
                </a:solidFill>
                <a:latin typeface="Noto Sans KR"/>
                <a:ea typeface="Noto Sans KR"/>
                <a:cs typeface="Noto Sans KR"/>
              </a:defRPr>
            </a:lvl5pPr>
            <a:lvl6pPr algn="l">
              <a:defRPr sz="975" b="0">
                <a:solidFill>
                  <a:srgbClr val="586368"/>
                </a:solidFill>
                <a:latin typeface="Noto Sans KR"/>
                <a:ea typeface="Noto Sans KR"/>
                <a:cs typeface="Noto Sans KR"/>
              </a:defRPr>
            </a:lvl6pPr>
            <a:lvl7pPr algn="l">
              <a:defRPr sz="975" b="0">
                <a:solidFill>
                  <a:srgbClr val="586368"/>
                </a:solidFill>
                <a:latin typeface="Noto Sans KR"/>
                <a:ea typeface="Noto Sans KR"/>
                <a:cs typeface="Noto Sans KR"/>
              </a:defRPr>
            </a:lvl7pPr>
            <a:lvl8pPr algn="l">
              <a:defRPr sz="975" b="0">
                <a:solidFill>
                  <a:srgbClr val="586368"/>
                </a:solidFill>
                <a:latin typeface="Noto Sans KR"/>
                <a:ea typeface="Noto Sans KR"/>
                <a:cs typeface="Noto Sans KR"/>
              </a:defRPr>
            </a:lvl8pPr>
            <a:lvl9pPr algn="l">
              <a:defRPr sz="975" b="0">
                <a:solidFill>
                  <a:srgbClr val="586368"/>
                </a:solidFill>
                <a:latin typeface="Noto Sans KR"/>
                <a:ea typeface="Noto Sans KR"/>
                <a:cs typeface="Noto Sans KR"/>
              </a:defRPr>
            </a:lvl9pPr>
          </a:lstStyle>
          <a:p xmlns:a="http://schemas.openxmlformats.org/drawingml/2006/main">
            <a:pPr algn="l">
              <a:lnSpc>
                <a:spcPct val="118000"/>
              </a:lnSpc>
              <a:buNone/>
              <a:defRPr sz="975" b="0">
                <a:solidFill>
                  <a:srgbClr val="586368"/>
                </a:solidFill>
                <a:latin typeface="Noto Sans KR"/>
                <a:ea typeface="Noto Sans KR"/>
                <a:cs typeface="Noto Sans KR"/>
              </a:defRPr>
            </a:pPr>
            <a:r>
              <a:rPr sz="975" b="0">
                <a:solidFill>
                  <a:srgbClr val="586368"/>
                </a:solidFill>
                <a:latin typeface="Noto Sans KR"/>
                <a:ea typeface="Noto Sans KR"/>
                <a:cs typeface="Noto Sans KR"/>
              </a:rPr>
              <a:t>2</a:t>
            </a:r>
          </a:p>
        </p:txBody>
      </p:sp>
      <p:sp>
        <p:nvSpPr>
          <p:cNvPr id="66" name="text">
            <a:extLst xmlns:a="http://schemas.openxmlformats.org/drawingml/2006/main">
              <a:ext uri="{FF2B5EF4-FFF2-40B4-BE49-F238E27FC236}">
                <a16:creationId xmlns:a16="http://schemas.microsoft.com/office/drawing/2014/main" id="{36DF616C-24DF-49B9-88DA-4C3A18E11929}"/>
              </a:ext>
            </a:extLst>
          </p:cNvPr>
          <p:cNvSpPr>
            <a:spLocks xmlns:a="http://schemas.openxmlformats.org/drawingml/2006/main" noGrp="1"/>
          </p:cNvSpPr>
          <p:nvPr/>
        </p:nvSpPr>
        <p:spPr>
          <a:xfrm xmlns:a="http://schemas.openxmlformats.org/drawingml/2006/main">
            <a:off x="8096250" y="59753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6368"/>
                </a:solidFill>
                <a:latin typeface="Noto Sans KR"/>
                <a:ea typeface="Noto Sans KR"/>
                <a:cs typeface="Noto Sans KR"/>
              </a:defRPr>
            </a:defPPr>
            <a:lvl1pPr algn="l">
              <a:defRPr sz="975" b="0">
                <a:solidFill>
                  <a:srgbClr val="586368"/>
                </a:solidFill>
                <a:latin typeface="Noto Sans KR"/>
                <a:ea typeface="Noto Sans KR"/>
                <a:cs typeface="Noto Sans KR"/>
              </a:defRPr>
            </a:lvl1pPr>
            <a:lvl2pPr algn="l">
              <a:defRPr sz="975" b="0">
                <a:solidFill>
                  <a:srgbClr val="586368"/>
                </a:solidFill>
                <a:latin typeface="Noto Sans KR"/>
                <a:ea typeface="Noto Sans KR"/>
                <a:cs typeface="Noto Sans KR"/>
              </a:defRPr>
            </a:lvl2pPr>
            <a:lvl3pPr algn="l">
              <a:defRPr sz="975" b="0">
                <a:solidFill>
                  <a:srgbClr val="586368"/>
                </a:solidFill>
                <a:latin typeface="Noto Sans KR"/>
                <a:ea typeface="Noto Sans KR"/>
                <a:cs typeface="Noto Sans KR"/>
              </a:defRPr>
            </a:lvl3pPr>
            <a:lvl4pPr algn="l">
              <a:defRPr sz="975" b="0">
                <a:solidFill>
                  <a:srgbClr val="586368"/>
                </a:solidFill>
                <a:latin typeface="Noto Sans KR"/>
                <a:ea typeface="Noto Sans KR"/>
                <a:cs typeface="Noto Sans KR"/>
              </a:defRPr>
            </a:lvl4pPr>
            <a:lvl5pPr algn="l">
              <a:defRPr sz="975" b="0">
                <a:solidFill>
                  <a:srgbClr val="586368"/>
                </a:solidFill>
                <a:latin typeface="Noto Sans KR"/>
                <a:ea typeface="Noto Sans KR"/>
                <a:cs typeface="Noto Sans KR"/>
              </a:defRPr>
            </a:lvl5pPr>
            <a:lvl6pPr algn="l">
              <a:defRPr sz="975" b="0">
                <a:solidFill>
                  <a:srgbClr val="586368"/>
                </a:solidFill>
                <a:latin typeface="Noto Sans KR"/>
                <a:ea typeface="Noto Sans KR"/>
                <a:cs typeface="Noto Sans KR"/>
              </a:defRPr>
            </a:lvl6pPr>
            <a:lvl7pPr algn="l">
              <a:defRPr sz="975" b="0">
                <a:solidFill>
                  <a:srgbClr val="586368"/>
                </a:solidFill>
                <a:latin typeface="Noto Sans KR"/>
                <a:ea typeface="Noto Sans KR"/>
                <a:cs typeface="Noto Sans KR"/>
              </a:defRPr>
            </a:lvl7pPr>
            <a:lvl8pPr algn="l">
              <a:defRPr sz="975" b="0">
                <a:solidFill>
                  <a:srgbClr val="586368"/>
                </a:solidFill>
                <a:latin typeface="Noto Sans KR"/>
                <a:ea typeface="Noto Sans KR"/>
                <a:cs typeface="Noto Sans KR"/>
              </a:defRPr>
            </a:lvl8pPr>
            <a:lvl9pPr algn="l">
              <a:defRPr sz="975" b="0">
                <a:solidFill>
                  <a:srgbClr val="586368"/>
                </a:solidFill>
                <a:latin typeface="Noto Sans KR"/>
                <a:ea typeface="Noto Sans KR"/>
                <a:cs typeface="Noto Sans KR"/>
              </a:defRPr>
            </a:lvl9pPr>
          </a:lstStyle>
          <a:p xmlns:a="http://schemas.openxmlformats.org/drawingml/2006/main">
            <a:pPr algn="l">
              <a:lnSpc>
                <a:spcPct val="118000"/>
              </a:lnSpc>
              <a:buNone/>
              <a:defRPr sz="975" b="0">
                <a:solidFill>
                  <a:srgbClr val="586368"/>
                </a:solidFill>
                <a:latin typeface="Noto Sans KR"/>
                <a:ea typeface="Noto Sans KR"/>
                <a:cs typeface="Noto Sans KR"/>
              </a:defRPr>
            </a:pPr>
            <a:r>
              <a:rPr sz="975" b="0">
                <a:solidFill>
                  <a:srgbClr val="586368"/>
                </a:solidFill>
                <a:latin typeface="Noto Sans KR"/>
                <a:ea typeface="Noto Sans KR"/>
                <a:cs typeface="Noto Sans KR"/>
              </a:rPr>
              <a:t>0</a:t>
            </a:r>
          </a:p>
        </p:txBody>
      </p:sp>
      <p:sp>
        <p:nvSpPr>
          <p:cNvPr id="67" name="text">
            <a:extLst xmlns:a="http://schemas.openxmlformats.org/drawingml/2006/main">
              <a:ext uri="{FF2B5EF4-FFF2-40B4-BE49-F238E27FC236}">
                <a16:creationId xmlns:a16="http://schemas.microsoft.com/office/drawing/2014/main" id="{E4551301-DAC2-4CED-A8B1-647716144090}"/>
              </a:ext>
            </a:extLst>
          </p:cNvPr>
          <p:cNvSpPr>
            <a:spLocks xmlns:a="http://schemas.openxmlformats.org/drawingml/2006/main" noGrp="1"/>
          </p:cNvSpPr>
          <p:nvPr/>
        </p:nvSpPr>
        <p:spPr>
          <a:xfrm xmlns:a="http://schemas.openxmlformats.org/drawingml/2006/main">
            <a:off x="8096250" y="64960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6368"/>
                </a:solidFill>
                <a:latin typeface="Noto Sans KR"/>
                <a:ea typeface="Noto Sans KR"/>
                <a:cs typeface="Noto Sans KR"/>
              </a:defRPr>
            </a:defPPr>
            <a:lvl1pPr algn="l">
              <a:defRPr sz="975" b="0">
                <a:solidFill>
                  <a:srgbClr val="586368"/>
                </a:solidFill>
                <a:latin typeface="Noto Sans KR"/>
                <a:ea typeface="Noto Sans KR"/>
                <a:cs typeface="Noto Sans KR"/>
              </a:defRPr>
            </a:lvl1pPr>
            <a:lvl2pPr algn="l">
              <a:defRPr sz="975" b="0">
                <a:solidFill>
                  <a:srgbClr val="586368"/>
                </a:solidFill>
                <a:latin typeface="Noto Sans KR"/>
                <a:ea typeface="Noto Sans KR"/>
                <a:cs typeface="Noto Sans KR"/>
              </a:defRPr>
            </a:lvl2pPr>
            <a:lvl3pPr algn="l">
              <a:defRPr sz="975" b="0">
                <a:solidFill>
                  <a:srgbClr val="586368"/>
                </a:solidFill>
                <a:latin typeface="Noto Sans KR"/>
                <a:ea typeface="Noto Sans KR"/>
                <a:cs typeface="Noto Sans KR"/>
              </a:defRPr>
            </a:lvl3pPr>
            <a:lvl4pPr algn="l">
              <a:defRPr sz="975" b="0">
                <a:solidFill>
                  <a:srgbClr val="586368"/>
                </a:solidFill>
                <a:latin typeface="Noto Sans KR"/>
                <a:ea typeface="Noto Sans KR"/>
                <a:cs typeface="Noto Sans KR"/>
              </a:defRPr>
            </a:lvl4pPr>
            <a:lvl5pPr algn="l">
              <a:defRPr sz="975" b="0">
                <a:solidFill>
                  <a:srgbClr val="586368"/>
                </a:solidFill>
                <a:latin typeface="Noto Sans KR"/>
                <a:ea typeface="Noto Sans KR"/>
                <a:cs typeface="Noto Sans KR"/>
              </a:defRPr>
            </a:lvl5pPr>
            <a:lvl6pPr algn="l">
              <a:defRPr sz="975" b="0">
                <a:solidFill>
                  <a:srgbClr val="586368"/>
                </a:solidFill>
                <a:latin typeface="Noto Sans KR"/>
                <a:ea typeface="Noto Sans KR"/>
                <a:cs typeface="Noto Sans KR"/>
              </a:defRPr>
            </a:lvl6pPr>
            <a:lvl7pPr algn="l">
              <a:defRPr sz="975" b="0">
                <a:solidFill>
                  <a:srgbClr val="586368"/>
                </a:solidFill>
                <a:latin typeface="Noto Sans KR"/>
                <a:ea typeface="Noto Sans KR"/>
                <a:cs typeface="Noto Sans KR"/>
              </a:defRPr>
            </a:lvl7pPr>
            <a:lvl8pPr algn="l">
              <a:defRPr sz="975" b="0">
                <a:solidFill>
                  <a:srgbClr val="586368"/>
                </a:solidFill>
                <a:latin typeface="Noto Sans KR"/>
                <a:ea typeface="Noto Sans KR"/>
                <a:cs typeface="Noto Sans KR"/>
              </a:defRPr>
            </a:lvl8pPr>
            <a:lvl9pPr algn="l">
              <a:defRPr sz="975" b="0">
                <a:solidFill>
                  <a:srgbClr val="586368"/>
                </a:solidFill>
                <a:latin typeface="Noto Sans KR"/>
                <a:ea typeface="Noto Sans KR"/>
                <a:cs typeface="Noto Sans KR"/>
              </a:defRPr>
            </a:lvl9pPr>
          </a:lstStyle>
          <a:p xmlns:a="http://schemas.openxmlformats.org/drawingml/2006/main">
            <a:pPr algn="l">
              <a:lnSpc>
                <a:spcPct val="118000"/>
              </a:lnSpc>
              <a:buNone/>
              <a:defRPr sz="975" b="0">
                <a:solidFill>
                  <a:srgbClr val="586368"/>
                </a:solidFill>
                <a:latin typeface="Noto Sans KR"/>
                <a:ea typeface="Noto Sans KR"/>
                <a:cs typeface="Noto Sans KR"/>
              </a:defRPr>
            </a:pPr>
            <a:r>
              <a:rPr sz="975" b="0">
                <a:solidFill>
                  <a:srgbClr val="586368"/>
                </a:solidFill>
                <a:latin typeface="Noto Sans KR"/>
                <a:ea typeface="Noto Sans KR"/>
                <a:cs typeface="Noto Sans KR"/>
              </a:rPr>
              <a:t>-2</a:t>
            </a:r>
          </a:p>
        </p:txBody>
      </p:sp>
      <p:sp>
        <p:nvSpPr>
          <p:cNvPr id="68" name="text">
            <a:extLst xmlns:a="http://schemas.openxmlformats.org/drawingml/2006/main">
              <a:ext uri="{FF2B5EF4-FFF2-40B4-BE49-F238E27FC236}">
                <a16:creationId xmlns:a16="http://schemas.microsoft.com/office/drawing/2014/main" id="{CBEA0825-5602-46F8-83F5-8B16E481C44D}"/>
              </a:ext>
            </a:extLst>
          </p:cNvPr>
          <p:cNvSpPr>
            <a:spLocks xmlns:a="http://schemas.openxmlformats.org/drawingml/2006/main" noGrp="1"/>
          </p:cNvSpPr>
          <p:nvPr/>
        </p:nvSpPr>
        <p:spPr>
          <a:xfrm xmlns:a="http://schemas.openxmlformats.org/drawingml/2006/main">
            <a:off x="7839075" y="6772275"/>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6368"/>
                </a:solidFill>
                <a:latin typeface="Noto Sans KR"/>
                <a:ea typeface="Noto Sans KR"/>
                <a:cs typeface="Noto Sans KR"/>
              </a:defRPr>
            </a:defPPr>
            <a:lvl1pPr algn="l">
              <a:defRPr sz="975" b="0">
                <a:solidFill>
                  <a:srgbClr val="586368"/>
                </a:solidFill>
                <a:latin typeface="Noto Sans KR"/>
                <a:ea typeface="Noto Sans KR"/>
                <a:cs typeface="Noto Sans KR"/>
              </a:defRPr>
            </a:lvl1pPr>
            <a:lvl2pPr algn="l">
              <a:defRPr sz="975" b="0">
                <a:solidFill>
                  <a:srgbClr val="586368"/>
                </a:solidFill>
                <a:latin typeface="Noto Sans KR"/>
                <a:ea typeface="Noto Sans KR"/>
                <a:cs typeface="Noto Sans KR"/>
              </a:defRPr>
            </a:lvl2pPr>
            <a:lvl3pPr algn="l">
              <a:defRPr sz="975" b="0">
                <a:solidFill>
                  <a:srgbClr val="586368"/>
                </a:solidFill>
                <a:latin typeface="Noto Sans KR"/>
                <a:ea typeface="Noto Sans KR"/>
                <a:cs typeface="Noto Sans KR"/>
              </a:defRPr>
            </a:lvl3pPr>
            <a:lvl4pPr algn="l">
              <a:defRPr sz="975" b="0">
                <a:solidFill>
                  <a:srgbClr val="586368"/>
                </a:solidFill>
                <a:latin typeface="Noto Sans KR"/>
                <a:ea typeface="Noto Sans KR"/>
                <a:cs typeface="Noto Sans KR"/>
              </a:defRPr>
            </a:lvl4pPr>
            <a:lvl5pPr algn="l">
              <a:defRPr sz="975" b="0">
                <a:solidFill>
                  <a:srgbClr val="586368"/>
                </a:solidFill>
                <a:latin typeface="Noto Sans KR"/>
                <a:ea typeface="Noto Sans KR"/>
                <a:cs typeface="Noto Sans KR"/>
              </a:defRPr>
            </a:lvl5pPr>
            <a:lvl6pPr algn="l">
              <a:defRPr sz="975" b="0">
                <a:solidFill>
                  <a:srgbClr val="586368"/>
                </a:solidFill>
                <a:latin typeface="Noto Sans KR"/>
                <a:ea typeface="Noto Sans KR"/>
                <a:cs typeface="Noto Sans KR"/>
              </a:defRPr>
            </a:lvl6pPr>
            <a:lvl7pPr algn="l">
              <a:defRPr sz="975" b="0">
                <a:solidFill>
                  <a:srgbClr val="586368"/>
                </a:solidFill>
                <a:latin typeface="Noto Sans KR"/>
                <a:ea typeface="Noto Sans KR"/>
                <a:cs typeface="Noto Sans KR"/>
              </a:defRPr>
            </a:lvl7pPr>
            <a:lvl8pPr algn="l">
              <a:defRPr sz="975" b="0">
                <a:solidFill>
                  <a:srgbClr val="586368"/>
                </a:solidFill>
                <a:latin typeface="Noto Sans KR"/>
                <a:ea typeface="Noto Sans KR"/>
                <a:cs typeface="Noto Sans KR"/>
              </a:defRPr>
            </a:lvl8pPr>
            <a:lvl9pPr algn="l">
              <a:defRPr sz="975" b="0">
                <a:solidFill>
                  <a:srgbClr val="586368"/>
                </a:solidFill>
                <a:latin typeface="Noto Sans KR"/>
                <a:ea typeface="Noto Sans KR"/>
                <a:cs typeface="Noto Sans KR"/>
              </a:defRPr>
            </a:lvl9pPr>
          </a:lstStyle>
          <a:p xmlns:a="http://schemas.openxmlformats.org/drawingml/2006/main">
            <a:pPr algn="l">
              <a:lnSpc>
                <a:spcPct val="118000"/>
              </a:lnSpc>
              <a:buNone/>
              <a:defRPr sz="975" b="0">
                <a:solidFill>
                  <a:srgbClr val="586368"/>
                </a:solidFill>
                <a:latin typeface="Noto Sans KR"/>
                <a:ea typeface="Noto Sans KR"/>
                <a:cs typeface="Noto Sans KR"/>
              </a:defRPr>
            </a:pPr>
            <a:r>
              <a:rPr sz="975" b="0">
                <a:solidFill>
                  <a:srgbClr val="586368"/>
                </a:solidFill>
                <a:latin typeface="Noto Sans KR"/>
                <a:ea typeface="Noto Sans KR"/>
                <a:cs typeface="Noto Sans KR"/>
              </a:rPr>
              <a:t>표준화 값</a:t>
            </a:r>
          </a:p>
        </p:txBody>
      </p:sp>
      <p:sp>
        <p:nvSpPr>
          <p:cNvPr id="69" name="shape">
            <a:extLst xmlns:a="http://schemas.openxmlformats.org/drawingml/2006/main">
              <a:ext uri="{FF2B5EF4-FFF2-40B4-BE49-F238E27FC236}">
                <a16:creationId xmlns:a16="http://schemas.microsoft.com/office/drawing/2014/main" id="{98B14EAA-7838-4F55-907F-75F91A87CFA3}"/>
              </a:ext>
            </a:extLst>
          </p:cNvPr>
          <p:cNvSpPr>
            <a:spLocks xmlns:a="http://schemas.openxmlformats.org/drawingml/2006/main" noGrp="1"/>
          </p:cNvSpPr>
          <p:nvPr/>
        </p:nvSpPr>
        <p:spPr>
          <a:xfrm xmlns:a="http://schemas.openxmlformats.org/drawingml/2006/main">
            <a:off x="9067800" y="4867275"/>
            <a:ext cx="3886200" cy="504825"/>
          </a:xfrm>
          <a:prstGeom xmlns:a="http://schemas.openxmlformats.org/drawingml/2006/main" prst="rect">
            <a:avLst/>
          </a:prstGeom>
          <a:solidFill xmlns:a="http://schemas.openxmlformats.org/drawingml/2006/main">
            <a:srgbClr val="141719"/>
          </a:solidFill>
          <a:ln xmlns:a="http://schemas.openxmlformats.org/drawingml/2006/main" w="0">
            <a:noFill/>
            <a:prstDash val="solid"/>
          </a:ln>
        </p:spPr>
      </p:sp>
      <p:sp>
        <p:nvSpPr>
          <p:cNvPr id="70" name="text">
            <a:extLst xmlns:a="http://schemas.openxmlformats.org/drawingml/2006/main">
              <a:ext uri="{FF2B5EF4-FFF2-40B4-BE49-F238E27FC236}">
                <a16:creationId xmlns:a16="http://schemas.microsoft.com/office/drawing/2014/main" id="{460B0D69-989D-4CC3-BD13-28419450D38D}"/>
              </a:ext>
            </a:extLst>
          </p:cNvPr>
          <p:cNvSpPr>
            <a:spLocks xmlns:a="http://schemas.openxmlformats.org/drawingml/2006/main" noGrp="1"/>
          </p:cNvSpPr>
          <p:nvPr/>
        </p:nvSpPr>
        <p:spPr>
          <a:xfrm xmlns:a="http://schemas.openxmlformats.org/drawingml/2006/main">
            <a:off x="9220200" y="4943475"/>
            <a:ext cx="3581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Noto Sans KR"/>
                <a:ea typeface="Noto Sans KR"/>
                <a:cs typeface="Noto Sans KR"/>
              </a:defRPr>
            </a:defPPr>
            <a:lvl1pPr algn="l">
              <a:defRPr sz="1950" b="1">
                <a:solidFill>
                  <a:srgbClr val="FFFFFF"/>
                </a:solidFill>
                <a:latin typeface="Noto Sans KR"/>
                <a:ea typeface="Noto Sans KR"/>
                <a:cs typeface="Noto Sans KR"/>
              </a:defRPr>
            </a:lvl1pPr>
            <a:lvl2pPr algn="l">
              <a:defRPr sz="1950" b="1">
                <a:solidFill>
                  <a:srgbClr val="FFFFFF"/>
                </a:solidFill>
                <a:latin typeface="Noto Sans KR"/>
                <a:ea typeface="Noto Sans KR"/>
                <a:cs typeface="Noto Sans KR"/>
              </a:defRPr>
            </a:lvl2pPr>
            <a:lvl3pPr algn="l">
              <a:defRPr sz="1950" b="1">
                <a:solidFill>
                  <a:srgbClr val="FFFFFF"/>
                </a:solidFill>
                <a:latin typeface="Noto Sans KR"/>
                <a:ea typeface="Noto Sans KR"/>
                <a:cs typeface="Noto Sans KR"/>
              </a:defRPr>
            </a:lvl3pPr>
            <a:lvl4pPr algn="l">
              <a:defRPr sz="1950" b="1">
                <a:solidFill>
                  <a:srgbClr val="FFFFFF"/>
                </a:solidFill>
                <a:latin typeface="Noto Sans KR"/>
                <a:ea typeface="Noto Sans KR"/>
                <a:cs typeface="Noto Sans KR"/>
              </a:defRPr>
            </a:lvl4pPr>
            <a:lvl5pPr algn="l">
              <a:defRPr sz="1950" b="1">
                <a:solidFill>
                  <a:srgbClr val="FFFFFF"/>
                </a:solidFill>
                <a:latin typeface="Noto Sans KR"/>
                <a:ea typeface="Noto Sans KR"/>
                <a:cs typeface="Noto Sans KR"/>
              </a:defRPr>
            </a:lvl5pPr>
            <a:lvl6pPr algn="l">
              <a:defRPr sz="1950" b="1">
                <a:solidFill>
                  <a:srgbClr val="FFFFFF"/>
                </a:solidFill>
                <a:latin typeface="Noto Sans KR"/>
                <a:ea typeface="Noto Sans KR"/>
                <a:cs typeface="Noto Sans KR"/>
              </a:defRPr>
            </a:lvl6pPr>
            <a:lvl7pPr algn="l">
              <a:defRPr sz="1950" b="1">
                <a:solidFill>
                  <a:srgbClr val="FFFFFF"/>
                </a:solidFill>
                <a:latin typeface="Noto Sans KR"/>
                <a:ea typeface="Noto Sans KR"/>
                <a:cs typeface="Noto Sans KR"/>
              </a:defRPr>
            </a:lvl7pPr>
            <a:lvl8pPr algn="l">
              <a:defRPr sz="1950" b="1">
                <a:solidFill>
                  <a:srgbClr val="FFFFFF"/>
                </a:solidFill>
                <a:latin typeface="Noto Sans KR"/>
                <a:ea typeface="Noto Sans KR"/>
                <a:cs typeface="Noto Sans KR"/>
              </a:defRPr>
            </a:lvl8pPr>
            <a:lvl9pPr algn="l">
              <a:defRPr sz="1950" b="1">
                <a:solidFill>
                  <a:srgbClr val="FFFFFF"/>
                </a:solidFill>
                <a:latin typeface="Noto Sans KR"/>
                <a:ea typeface="Noto Sans KR"/>
                <a:cs typeface="Noto Sans KR"/>
              </a:defRPr>
            </a:lvl9pPr>
          </a:lstStyle>
          <a:p xmlns:a="http://schemas.openxmlformats.org/drawingml/2006/main">
            <a:pPr algn="l">
              <a:lnSpc>
                <a:spcPct val="118000"/>
              </a:lnSpc>
              <a:buNone/>
              <a:defRPr sz="1950" b="1">
                <a:solidFill>
                  <a:srgbClr val="FFFFFF"/>
                </a:solidFill>
                <a:latin typeface="Noto Sans KR"/>
                <a:ea typeface="Noto Sans KR"/>
                <a:cs typeface="Noto Sans KR"/>
              </a:defRPr>
            </a:pPr>
            <a:r>
              <a:rPr sz="1950" b="1">
                <a:solidFill>
                  <a:srgbClr val="FFFFFF"/>
                </a:solidFill>
                <a:latin typeface="Noto Sans KR"/>
                <a:ea typeface="Noto Sans KR"/>
                <a:cs typeface="Noto Sans KR"/>
              </a:rPr>
              <a:t>2. 특징 생성과 표준화</a:t>
            </a:r>
          </a:p>
        </p:txBody>
      </p:sp>
      <p:sp>
        <p:nvSpPr>
          <p:cNvPr id="71" name="text">
            <a:extLst xmlns:a="http://schemas.openxmlformats.org/drawingml/2006/main">
              <a:ext uri="{FF2B5EF4-FFF2-40B4-BE49-F238E27FC236}">
                <a16:creationId xmlns:a16="http://schemas.microsoft.com/office/drawing/2014/main" id="{6DD87D2E-342E-4C0C-8322-E9318690BEDB}"/>
              </a:ext>
            </a:extLst>
          </p:cNvPr>
          <p:cNvSpPr>
            <a:spLocks xmlns:a="http://schemas.openxmlformats.org/drawingml/2006/main" noGrp="1"/>
          </p:cNvSpPr>
          <p:nvPr/>
        </p:nvSpPr>
        <p:spPr>
          <a:xfrm xmlns:a="http://schemas.openxmlformats.org/drawingml/2006/main">
            <a:off x="9067800" y="5524500"/>
            <a:ext cx="38862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41719"/>
                </a:solidFill>
                <a:latin typeface="Noto Sans KR"/>
                <a:ea typeface="Noto Sans KR"/>
                <a:cs typeface="Noto Sans KR"/>
              </a:defRPr>
            </a:defPPr>
            <a:lvl1pPr algn="l">
              <a:defRPr sz="1575" b="0">
                <a:solidFill>
                  <a:srgbClr val="141719"/>
                </a:solidFill>
                <a:latin typeface="Noto Sans KR"/>
                <a:ea typeface="Noto Sans KR"/>
                <a:cs typeface="Noto Sans KR"/>
              </a:defRPr>
            </a:lvl1pPr>
            <a:lvl2pPr algn="l">
              <a:defRPr sz="1575" b="0">
                <a:solidFill>
                  <a:srgbClr val="141719"/>
                </a:solidFill>
                <a:latin typeface="Noto Sans KR"/>
                <a:ea typeface="Noto Sans KR"/>
                <a:cs typeface="Noto Sans KR"/>
              </a:defRPr>
            </a:lvl2pPr>
            <a:lvl3pPr algn="l">
              <a:defRPr sz="1575" b="0">
                <a:solidFill>
                  <a:srgbClr val="141719"/>
                </a:solidFill>
                <a:latin typeface="Noto Sans KR"/>
                <a:ea typeface="Noto Sans KR"/>
                <a:cs typeface="Noto Sans KR"/>
              </a:defRPr>
            </a:lvl3pPr>
            <a:lvl4pPr algn="l">
              <a:defRPr sz="1575" b="0">
                <a:solidFill>
                  <a:srgbClr val="141719"/>
                </a:solidFill>
                <a:latin typeface="Noto Sans KR"/>
                <a:ea typeface="Noto Sans KR"/>
                <a:cs typeface="Noto Sans KR"/>
              </a:defRPr>
            </a:lvl4pPr>
            <a:lvl5pPr algn="l">
              <a:defRPr sz="1575" b="0">
                <a:solidFill>
                  <a:srgbClr val="141719"/>
                </a:solidFill>
                <a:latin typeface="Noto Sans KR"/>
                <a:ea typeface="Noto Sans KR"/>
                <a:cs typeface="Noto Sans KR"/>
              </a:defRPr>
            </a:lvl5pPr>
            <a:lvl6pPr algn="l">
              <a:defRPr sz="1575" b="0">
                <a:solidFill>
                  <a:srgbClr val="141719"/>
                </a:solidFill>
                <a:latin typeface="Noto Sans KR"/>
                <a:ea typeface="Noto Sans KR"/>
                <a:cs typeface="Noto Sans KR"/>
              </a:defRPr>
            </a:lvl6pPr>
            <a:lvl7pPr algn="l">
              <a:defRPr sz="1575" b="0">
                <a:solidFill>
                  <a:srgbClr val="141719"/>
                </a:solidFill>
                <a:latin typeface="Noto Sans KR"/>
                <a:ea typeface="Noto Sans KR"/>
                <a:cs typeface="Noto Sans KR"/>
              </a:defRPr>
            </a:lvl7pPr>
            <a:lvl8pPr algn="l">
              <a:defRPr sz="1575" b="0">
                <a:solidFill>
                  <a:srgbClr val="141719"/>
                </a:solidFill>
                <a:latin typeface="Noto Sans KR"/>
                <a:ea typeface="Noto Sans KR"/>
                <a:cs typeface="Noto Sans KR"/>
              </a:defRPr>
            </a:lvl8pPr>
            <a:lvl9pPr algn="l">
              <a:defRPr sz="1575" b="0">
                <a:solidFill>
                  <a:srgbClr val="141719"/>
                </a:solidFill>
                <a:latin typeface="Noto Sans KR"/>
                <a:ea typeface="Noto Sans KR"/>
                <a:cs typeface="Noto Sans KR"/>
              </a:defRPr>
            </a:lvl9pPr>
          </a:lstStyle>
          <a:p xmlns:a="http://schemas.openxmlformats.org/drawingml/2006/main">
            <a:pPr algn="l">
              <a:lnSpc>
                <a:spcPct val="118000"/>
              </a:lnSpc>
              <a:buNone/>
              <a:defRPr sz="1575" b="0">
                <a:solidFill>
                  <a:srgbClr val="141719"/>
                </a:solidFill>
                <a:latin typeface="Noto Sans KR"/>
                <a:ea typeface="Noto Sans KR"/>
                <a:cs typeface="Noto Sans KR"/>
              </a:defRPr>
            </a:pPr>
            <a:r>
              <a:rPr sz="1575" b="0">
                <a:solidFill>
                  <a:srgbClr val="141719"/>
                </a:solidFill>
                <a:latin typeface="Noto Sans KR"/>
                <a:ea typeface="Noto Sans KR"/>
                <a:cs typeface="Noto Sans KR"/>
              </a:rPr>
              <a:t>과거 사용 횟수와 상태 전환을</a:t>
            </a:r>
          </a:p>
          <a:p xmlns:a="http://schemas.openxmlformats.org/drawingml/2006/main">
            <a:pPr algn="l">
              <a:lnSpc>
                <a:spcPct val="118000"/>
              </a:lnSpc>
              <a:buNone/>
              <a:defRPr sz="1575" b="0">
                <a:solidFill>
                  <a:srgbClr val="141719"/>
                </a:solidFill>
                <a:latin typeface="Noto Sans KR"/>
                <a:ea typeface="Noto Sans KR"/>
                <a:cs typeface="Noto Sans KR"/>
              </a:defRPr>
            </a:pPr>
            <a:r>
              <a:rPr sz="1575" b="0">
                <a:solidFill>
                  <a:srgbClr val="141719"/>
                </a:solidFill>
                <a:latin typeface="Noto Sans KR"/>
                <a:ea typeface="Noto Sans KR"/>
                <a:cs typeface="Noto Sans KR"/>
              </a:rPr>
              <a:t>10분·30분·1시간·2시간으로 요약한다.</a:t>
            </a:r>
          </a:p>
          <a:p xmlns:a="http://schemas.openxmlformats.org/drawingml/2006/main">
            <a:pPr algn="l">
              <a:lnSpc>
                <a:spcPct val="118000"/>
              </a:lnSpc>
              <a:buNone/>
              <a:defRPr sz="1575" b="0">
                <a:solidFill>
                  <a:srgbClr val="141719"/>
                </a:solidFill>
                <a:latin typeface="Noto Sans KR"/>
                <a:ea typeface="Noto Sans KR"/>
                <a:cs typeface="Noto Sans KR"/>
              </a:defRPr>
            </a:pPr>
            <a:r>
              <a:rPr sz="1575" b="0">
                <a:solidFill>
                  <a:srgbClr val="141719"/>
                </a:solidFill>
                <a:latin typeface="Noto Sans KR"/>
                <a:ea typeface="Noto Sans KR"/>
                <a:cs typeface="Noto Sans KR"/>
              </a:rPr>
              <a:t>학습 구간의 평균·표준편차로</a:t>
            </a:r>
          </a:p>
          <a:p xmlns:a="http://schemas.openxmlformats.org/drawingml/2006/main">
            <a:pPr algn="l">
              <a:lnSpc>
                <a:spcPct val="118000"/>
              </a:lnSpc>
              <a:buNone/>
              <a:defRPr sz="1575" b="0">
                <a:solidFill>
                  <a:srgbClr val="141719"/>
                </a:solidFill>
                <a:latin typeface="Noto Sans KR"/>
                <a:ea typeface="Noto Sans KR"/>
                <a:cs typeface="Noto Sans KR"/>
              </a:defRPr>
            </a:pPr>
            <a:r>
              <a:rPr sz="1575" b="0">
                <a:solidFill>
                  <a:srgbClr val="141719"/>
                </a:solidFill>
                <a:latin typeface="Noto Sans KR"/>
                <a:ea typeface="Noto Sans KR"/>
                <a:cs typeface="Noto Sans KR"/>
              </a:rPr>
              <a:t>AutoEncoder 입력을 표준화한다.</a:t>
            </a:r>
          </a:p>
        </p:txBody>
      </p:sp>
      <p:sp>
        <p:nvSpPr>
          <p:cNvPr id="72" name="text">
            <a:extLst xmlns:a="http://schemas.openxmlformats.org/drawingml/2006/main">
              <a:ext uri="{FF2B5EF4-FFF2-40B4-BE49-F238E27FC236}">
                <a16:creationId xmlns:a16="http://schemas.microsoft.com/office/drawing/2014/main" id="{957601FE-8258-4705-B79F-DEE38713A301}"/>
              </a:ext>
            </a:extLst>
          </p:cNvPr>
          <p:cNvSpPr>
            <a:spLocks xmlns:a="http://schemas.openxmlformats.org/drawingml/2006/main" noGrp="1"/>
          </p:cNvSpPr>
          <p:nvPr/>
        </p:nvSpPr>
        <p:spPr>
          <a:xfrm xmlns:a="http://schemas.openxmlformats.org/drawingml/2006/main">
            <a:off x="1962150" y="7000875"/>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586368"/>
                </a:solidFill>
                <a:latin typeface="Noto Sans KR"/>
                <a:ea typeface="Noto Sans KR"/>
                <a:cs typeface="Noto Sans KR"/>
              </a:defRPr>
            </a:defPPr>
            <a:lvl1pPr algn="l">
              <a:defRPr sz="1013" b="0">
                <a:solidFill>
                  <a:srgbClr val="586368"/>
                </a:solidFill>
                <a:latin typeface="Noto Sans KR"/>
                <a:ea typeface="Noto Sans KR"/>
                <a:cs typeface="Noto Sans KR"/>
              </a:defRPr>
            </a:lvl1pPr>
            <a:lvl2pPr algn="l">
              <a:defRPr sz="1013" b="0">
                <a:solidFill>
                  <a:srgbClr val="586368"/>
                </a:solidFill>
                <a:latin typeface="Noto Sans KR"/>
                <a:ea typeface="Noto Sans KR"/>
                <a:cs typeface="Noto Sans KR"/>
              </a:defRPr>
            </a:lvl2pPr>
            <a:lvl3pPr algn="l">
              <a:defRPr sz="1013" b="0">
                <a:solidFill>
                  <a:srgbClr val="586368"/>
                </a:solidFill>
                <a:latin typeface="Noto Sans KR"/>
                <a:ea typeface="Noto Sans KR"/>
                <a:cs typeface="Noto Sans KR"/>
              </a:defRPr>
            </a:lvl3pPr>
            <a:lvl4pPr algn="l">
              <a:defRPr sz="1013" b="0">
                <a:solidFill>
                  <a:srgbClr val="586368"/>
                </a:solidFill>
                <a:latin typeface="Noto Sans KR"/>
                <a:ea typeface="Noto Sans KR"/>
                <a:cs typeface="Noto Sans KR"/>
              </a:defRPr>
            </a:lvl4pPr>
            <a:lvl5pPr algn="l">
              <a:defRPr sz="1013" b="0">
                <a:solidFill>
                  <a:srgbClr val="586368"/>
                </a:solidFill>
                <a:latin typeface="Noto Sans KR"/>
                <a:ea typeface="Noto Sans KR"/>
                <a:cs typeface="Noto Sans KR"/>
              </a:defRPr>
            </a:lvl5pPr>
            <a:lvl6pPr algn="l">
              <a:defRPr sz="1013" b="0">
                <a:solidFill>
                  <a:srgbClr val="586368"/>
                </a:solidFill>
                <a:latin typeface="Noto Sans KR"/>
                <a:ea typeface="Noto Sans KR"/>
                <a:cs typeface="Noto Sans KR"/>
              </a:defRPr>
            </a:lvl6pPr>
            <a:lvl7pPr algn="l">
              <a:defRPr sz="1013" b="0">
                <a:solidFill>
                  <a:srgbClr val="586368"/>
                </a:solidFill>
                <a:latin typeface="Noto Sans KR"/>
                <a:ea typeface="Noto Sans KR"/>
                <a:cs typeface="Noto Sans KR"/>
              </a:defRPr>
            </a:lvl7pPr>
            <a:lvl8pPr algn="l">
              <a:defRPr sz="1013" b="0">
                <a:solidFill>
                  <a:srgbClr val="586368"/>
                </a:solidFill>
                <a:latin typeface="Noto Sans KR"/>
                <a:ea typeface="Noto Sans KR"/>
                <a:cs typeface="Noto Sans KR"/>
              </a:defRPr>
            </a:lvl8pPr>
            <a:lvl9pPr algn="l">
              <a:defRPr sz="1013" b="0">
                <a:solidFill>
                  <a:srgbClr val="586368"/>
                </a:solidFill>
                <a:latin typeface="Noto Sans KR"/>
                <a:ea typeface="Noto Sans KR"/>
                <a:cs typeface="Noto Sans KR"/>
              </a:defRPr>
            </a:lvl9pPr>
          </a:lstStyle>
          <a:p xmlns:a="http://schemas.openxmlformats.org/drawingml/2006/main">
            <a:pPr algn="l">
              <a:lnSpc>
                <a:spcPct val="118000"/>
              </a:lnSpc>
              <a:buNone/>
              <a:defRPr sz="1013" b="0">
                <a:solidFill>
                  <a:srgbClr val="586368"/>
                </a:solidFill>
                <a:latin typeface="Noto Sans KR"/>
                <a:ea typeface="Noto Sans KR"/>
                <a:cs typeface="Noto Sans KR"/>
              </a:defRPr>
            </a:pPr>
            <a:r>
              <a:rPr sz="1013" b="0">
                <a:solidFill>
                  <a:srgbClr val="586368"/>
                </a:solidFill>
                <a:latin typeface="Noto Sans KR"/>
                <a:ea typeface="Noto Sans KR"/>
                <a:cs typeface="Noto Sans KR"/>
              </a:rPr>
              <a:t>아래 행은 가전별 여러 특징이다. 색 범위만 -2~4로 제한한다.</a:t>
            </a:r>
          </a:p>
        </p:txBody>
      </p:sp>
    </p:spTree>
    <p:extLst>
      <p:ext uri="{BB962C8B-B14F-4D97-AF65-F5344CB8AC3E}">
        <p14:creationId xmlns:p14="http://schemas.microsoft.com/office/powerpoint/2010/main" val="12834395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shape">
            <a:extLst xmlns:a="http://schemas.openxmlformats.org/drawingml/2006/main">
              <a:ext uri="{FF2B5EF4-FFF2-40B4-BE49-F238E27FC236}">
                <a16:creationId xmlns:a16="http://schemas.microsoft.com/office/drawing/2014/main" id="{C6D1630E-5BBC-4E04-8467-2E71BEA8041A}"/>
              </a:ext>
            </a:extLst>
          </p:cNvPr>
          <p:cNvSpPr>
            <a:spLocks xmlns:a="http://schemas.openxmlformats.org/drawingml/2006/main" noGrp="1"/>
          </p:cNvSpPr>
          <p:nvPr/>
        </p:nvSpPr>
        <p:spPr>
          <a:xfrm xmlns:a="http://schemas.openxmlformats.org/drawingml/2006/main">
            <a:off x="0" y="0"/>
            <a:ext cx="228600" cy="1333500"/>
          </a:xfrm>
          <a:prstGeom xmlns:a="http://schemas.openxmlformats.org/drawingml/2006/main" prst="rect">
            <a:avLst/>
          </a:prstGeom>
          <a:solidFill xmlns:a="http://schemas.openxmlformats.org/drawingml/2006/main">
            <a:srgbClr val="141719"/>
          </a:solidFill>
          <a:ln xmlns:a="http://schemas.openxmlformats.org/drawingml/2006/main" w="0">
            <a:noFill/>
            <a:prstDash val="solid"/>
          </a:ln>
        </p:spPr>
      </p:sp>
      <p:sp>
        <p:nvSpPr>
          <p:cNvPr id="2" name="text">
            <a:extLst xmlns:a="http://schemas.openxmlformats.org/drawingml/2006/main">
              <a:ext uri="{FF2B5EF4-FFF2-40B4-BE49-F238E27FC236}">
                <a16:creationId xmlns:a16="http://schemas.microsoft.com/office/drawing/2014/main" id="{9743492F-E298-4F6D-9B32-A7C621DD02CB}"/>
              </a:ext>
            </a:extLst>
          </p:cNvPr>
          <p:cNvSpPr>
            <a:spLocks xmlns:a="http://schemas.openxmlformats.org/drawingml/2006/main" noGrp="1"/>
          </p:cNvSpPr>
          <p:nvPr/>
        </p:nvSpPr>
        <p:spPr>
          <a:xfrm xmlns:a="http://schemas.openxmlformats.org/drawingml/2006/main">
            <a:off x="742950" y="266700"/>
            <a:ext cx="1162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41719"/>
                </a:solidFill>
                <a:latin typeface="Noto Sans KR"/>
                <a:ea typeface="Noto Sans KR"/>
                <a:cs typeface="Noto Sans KR"/>
              </a:defRPr>
            </a:defPPr>
            <a:lvl1pPr algn="l">
              <a:defRPr sz="1425" b="1">
                <a:solidFill>
                  <a:srgbClr val="141719"/>
                </a:solidFill>
                <a:latin typeface="Noto Sans KR"/>
                <a:ea typeface="Noto Sans KR"/>
                <a:cs typeface="Noto Sans KR"/>
              </a:defRPr>
            </a:lvl1pPr>
            <a:lvl2pPr algn="l">
              <a:defRPr sz="1425" b="1">
                <a:solidFill>
                  <a:srgbClr val="141719"/>
                </a:solidFill>
                <a:latin typeface="Noto Sans KR"/>
                <a:ea typeface="Noto Sans KR"/>
                <a:cs typeface="Noto Sans KR"/>
              </a:defRPr>
            </a:lvl2pPr>
            <a:lvl3pPr algn="l">
              <a:defRPr sz="1425" b="1">
                <a:solidFill>
                  <a:srgbClr val="141719"/>
                </a:solidFill>
                <a:latin typeface="Noto Sans KR"/>
                <a:ea typeface="Noto Sans KR"/>
                <a:cs typeface="Noto Sans KR"/>
              </a:defRPr>
            </a:lvl3pPr>
            <a:lvl4pPr algn="l">
              <a:defRPr sz="1425" b="1">
                <a:solidFill>
                  <a:srgbClr val="141719"/>
                </a:solidFill>
                <a:latin typeface="Noto Sans KR"/>
                <a:ea typeface="Noto Sans KR"/>
                <a:cs typeface="Noto Sans KR"/>
              </a:defRPr>
            </a:lvl4pPr>
            <a:lvl5pPr algn="l">
              <a:defRPr sz="1425" b="1">
                <a:solidFill>
                  <a:srgbClr val="141719"/>
                </a:solidFill>
                <a:latin typeface="Noto Sans KR"/>
                <a:ea typeface="Noto Sans KR"/>
                <a:cs typeface="Noto Sans KR"/>
              </a:defRPr>
            </a:lvl5pPr>
            <a:lvl6pPr algn="l">
              <a:defRPr sz="1425" b="1">
                <a:solidFill>
                  <a:srgbClr val="141719"/>
                </a:solidFill>
                <a:latin typeface="Noto Sans KR"/>
                <a:ea typeface="Noto Sans KR"/>
                <a:cs typeface="Noto Sans KR"/>
              </a:defRPr>
            </a:lvl6pPr>
            <a:lvl7pPr algn="l">
              <a:defRPr sz="1425" b="1">
                <a:solidFill>
                  <a:srgbClr val="141719"/>
                </a:solidFill>
                <a:latin typeface="Noto Sans KR"/>
                <a:ea typeface="Noto Sans KR"/>
                <a:cs typeface="Noto Sans KR"/>
              </a:defRPr>
            </a:lvl7pPr>
            <a:lvl8pPr algn="l">
              <a:defRPr sz="1425" b="1">
                <a:solidFill>
                  <a:srgbClr val="141719"/>
                </a:solidFill>
                <a:latin typeface="Noto Sans KR"/>
                <a:ea typeface="Noto Sans KR"/>
                <a:cs typeface="Noto Sans KR"/>
              </a:defRPr>
            </a:lvl8pPr>
            <a:lvl9pPr algn="l">
              <a:defRPr sz="1425" b="1">
                <a:solidFill>
                  <a:srgbClr val="141719"/>
                </a:solidFill>
                <a:latin typeface="Noto Sans KR"/>
                <a:ea typeface="Noto Sans KR"/>
                <a:cs typeface="Noto Sans KR"/>
              </a:defRPr>
            </a:lvl9pPr>
          </a:lstStyle>
          <a:p xmlns:a="http://schemas.openxmlformats.org/drawingml/2006/main">
            <a:pPr algn="l">
              <a:lnSpc>
                <a:spcPct val="118000"/>
              </a:lnSpc>
              <a:buNone/>
              <a:defRPr sz="1425" b="1">
                <a:solidFill>
                  <a:srgbClr val="141719"/>
                </a:solidFill>
                <a:latin typeface="Noto Sans KR"/>
                <a:ea typeface="Noto Sans KR"/>
                <a:cs typeface="Noto Sans KR"/>
              </a:defRPr>
            </a:pPr>
            <a:r>
              <a:rPr sz="1425" b="1">
                <a:solidFill>
                  <a:srgbClr val="141719"/>
                </a:solidFill>
                <a:latin typeface="Noto Sans KR"/>
                <a:ea typeface="Noto Sans KR"/>
                <a:cs typeface="Noto Sans KR"/>
              </a:rPr>
              <a:t>3. 개발 프로그램 설명</a:t>
            </a:r>
          </a:p>
        </p:txBody>
      </p:sp>
      <p:sp>
        <p:nvSpPr>
          <p:cNvPr id="3" name="text">
            <a:extLst xmlns:a="http://schemas.openxmlformats.org/drawingml/2006/main">
              <a:ext uri="{FF2B5EF4-FFF2-40B4-BE49-F238E27FC236}">
                <a16:creationId xmlns:a16="http://schemas.microsoft.com/office/drawing/2014/main" id="{F5719AFF-56C9-40BC-93A1-E4612B6F26F2}"/>
              </a:ext>
            </a:extLst>
          </p:cNvPr>
          <p:cNvSpPr>
            <a:spLocks xmlns:a="http://schemas.openxmlformats.org/drawingml/2006/main" noGrp="1"/>
          </p:cNvSpPr>
          <p:nvPr/>
        </p:nvSpPr>
        <p:spPr>
          <a:xfrm xmlns:a="http://schemas.openxmlformats.org/drawingml/2006/main">
            <a:off x="714375" y="714375"/>
            <a:ext cx="12239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1719"/>
                </a:solidFill>
                <a:latin typeface="Noto Sans KR"/>
                <a:ea typeface="Noto Sans KR"/>
                <a:cs typeface="Noto Sans KR"/>
              </a:defRPr>
            </a:defPPr>
            <a:lvl1pPr algn="l">
              <a:defRPr sz="3225" b="1">
                <a:solidFill>
                  <a:srgbClr val="141719"/>
                </a:solidFill>
                <a:latin typeface="Noto Sans KR"/>
                <a:ea typeface="Noto Sans KR"/>
                <a:cs typeface="Noto Sans KR"/>
              </a:defRPr>
            </a:lvl1pPr>
            <a:lvl2pPr algn="l">
              <a:defRPr sz="3225" b="1">
                <a:solidFill>
                  <a:srgbClr val="141719"/>
                </a:solidFill>
                <a:latin typeface="Noto Sans KR"/>
                <a:ea typeface="Noto Sans KR"/>
                <a:cs typeface="Noto Sans KR"/>
              </a:defRPr>
            </a:lvl2pPr>
            <a:lvl3pPr algn="l">
              <a:defRPr sz="3225" b="1">
                <a:solidFill>
                  <a:srgbClr val="141719"/>
                </a:solidFill>
                <a:latin typeface="Noto Sans KR"/>
                <a:ea typeface="Noto Sans KR"/>
                <a:cs typeface="Noto Sans KR"/>
              </a:defRPr>
            </a:lvl3pPr>
            <a:lvl4pPr algn="l">
              <a:defRPr sz="3225" b="1">
                <a:solidFill>
                  <a:srgbClr val="141719"/>
                </a:solidFill>
                <a:latin typeface="Noto Sans KR"/>
                <a:ea typeface="Noto Sans KR"/>
                <a:cs typeface="Noto Sans KR"/>
              </a:defRPr>
            </a:lvl4pPr>
            <a:lvl5pPr algn="l">
              <a:defRPr sz="3225" b="1">
                <a:solidFill>
                  <a:srgbClr val="141719"/>
                </a:solidFill>
                <a:latin typeface="Noto Sans KR"/>
                <a:ea typeface="Noto Sans KR"/>
                <a:cs typeface="Noto Sans KR"/>
              </a:defRPr>
            </a:lvl5pPr>
            <a:lvl6pPr algn="l">
              <a:defRPr sz="3225" b="1">
                <a:solidFill>
                  <a:srgbClr val="141719"/>
                </a:solidFill>
                <a:latin typeface="Noto Sans KR"/>
                <a:ea typeface="Noto Sans KR"/>
                <a:cs typeface="Noto Sans KR"/>
              </a:defRPr>
            </a:lvl6pPr>
            <a:lvl7pPr algn="l">
              <a:defRPr sz="3225" b="1">
                <a:solidFill>
                  <a:srgbClr val="141719"/>
                </a:solidFill>
                <a:latin typeface="Noto Sans KR"/>
                <a:ea typeface="Noto Sans KR"/>
                <a:cs typeface="Noto Sans KR"/>
              </a:defRPr>
            </a:lvl7pPr>
            <a:lvl8pPr algn="l">
              <a:defRPr sz="3225" b="1">
                <a:solidFill>
                  <a:srgbClr val="141719"/>
                </a:solidFill>
                <a:latin typeface="Noto Sans KR"/>
                <a:ea typeface="Noto Sans KR"/>
                <a:cs typeface="Noto Sans KR"/>
              </a:defRPr>
            </a:lvl8pPr>
            <a:lvl9pPr algn="l">
              <a:defRPr sz="3225" b="1">
                <a:solidFill>
                  <a:srgbClr val="141719"/>
                </a:solidFill>
                <a:latin typeface="Noto Sans KR"/>
                <a:ea typeface="Noto Sans KR"/>
                <a:cs typeface="Noto Sans KR"/>
              </a:defRPr>
            </a:lvl9pPr>
          </a:lstStyle>
          <a:p xmlns:a="http://schemas.openxmlformats.org/drawingml/2006/main">
            <a:pPr algn="l">
              <a:lnSpc>
                <a:spcPct val="118000"/>
              </a:lnSpc>
              <a:buNone/>
              <a:defRPr sz="3225" b="1">
                <a:solidFill>
                  <a:srgbClr val="141719"/>
                </a:solidFill>
                <a:latin typeface="Noto Sans KR"/>
                <a:ea typeface="Noto Sans KR"/>
                <a:cs typeface="Noto Sans KR"/>
              </a:defRPr>
            </a:pPr>
            <a:r>
              <a:rPr sz="3225" b="1">
                <a:solidFill>
                  <a:srgbClr val="141719"/>
                </a:solidFill>
                <a:latin typeface="Noto Sans KR"/>
                <a:ea typeface="Noto Sans KR"/>
                <a:cs typeface="Noto Sans KR"/>
              </a:rPr>
              <a:t>Baseline 설정 근거와 IF·AE 보완 구조</a:t>
            </a:r>
          </a:p>
        </p:txBody>
      </p:sp>
      <p:sp>
        <p:nvSpPr>
          <p:cNvPr id="4" name="text">
            <a:extLst xmlns:a="http://schemas.openxmlformats.org/drawingml/2006/main">
              <a:ext uri="{FF2B5EF4-FFF2-40B4-BE49-F238E27FC236}">
                <a16:creationId xmlns:a16="http://schemas.microsoft.com/office/drawing/2014/main" id="{299FB833-F2F8-400A-B3A9-8BD9E6B774E4}"/>
              </a:ext>
            </a:extLst>
          </p:cNvPr>
          <p:cNvSpPr>
            <a:spLocks xmlns:a="http://schemas.openxmlformats.org/drawingml/2006/main" noGrp="1"/>
          </p:cNvSpPr>
          <p:nvPr/>
        </p:nvSpPr>
        <p:spPr>
          <a:xfrm xmlns:a="http://schemas.openxmlformats.org/drawingml/2006/main">
            <a:off x="762000" y="1390650"/>
            <a:ext cx="1219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86368"/>
                </a:solidFill>
                <a:latin typeface="Noto Sans KR"/>
                <a:ea typeface="Noto Sans KR"/>
                <a:cs typeface="Noto Sans KR"/>
              </a:defRPr>
            </a:defPPr>
            <a:lvl1pPr algn="l">
              <a:defRPr sz="1425" b="0">
                <a:solidFill>
                  <a:srgbClr val="586368"/>
                </a:solidFill>
                <a:latin typeface="Noto Sans KR"/>
                <a:ea typeface="Noto Sans KR"/>
                <a:cs typeface="Noto Sans KR"/>
              </a:defRPr>
            </a:lvl1pPr>
            <a:lvl2pPr algn="l">
              <a:defRPr sz="1425" b="0">
                <a:solidFill>
                  <a:srgbClr val="586368"/>
                </a:solidFill>
                <a:latin typeface="Noto Sans KR"/>
                <a:ea typeface="Noto Sans KR"/>
                <a:cs typeface="Noto Sans KR"/>
              </a:defRPr>
            </a:lvl2pPr>
            <a:lvl3pPr algn="l">
              <a:defRPr sz="1425" b="0">
                <a:solidFill>
                  <a:srgbClr val="586368"/>
                </a:solidFill>
                <a:latin typeface="Noto Sans KR"/>
                <a:ea typeface="Noto Sans KR"/>
                <a:cs typeface="Noto Sans KR"/>
              </a:defRPr>
            </a:lvl3pPr>
            <a:lvl4pPr algn="l">
              <a:defRPr sz="1425" b="0">
                <a:solidFill>
                  <a:srgbClr val="586368"/>
                </a:solidFill>
                <a:latin typeface="Noto Sans KR"/>
                <a:ea typeface="Noto Sans KR"/>
                <a:cs typeface="Noto Sans KR"/>
              </a:defRPr>
            </a:lvl4pPr>
            <a:lvl5pPr algn="l">
              <a:defRPr sz="1425" b="0">
                <a:solidFill>
                  <a:srgbClr val="586368"/>
                </a:solidFill>
                <a:latin typeface="Noto Sans KR"/>
                <a:ea typeface="Noto Sans KR"/>
                <a:cs typeface="Noto Sans KR"/>
              </a:defRPr>
            </a:lvl5pPr>
            <a:lvl6pPr algn="l">
              <a:defRPr sz="1425" b="0">
                <a:solidFill>
                  <a:srgbClr val="586368"/>
                </a:solidFill>
                <a:latin typeface="Noto Sans KR"/>
                <a:ea typeface="Noto Sans KR"/>
                <a:cs typeface="Noto Sans KR"/>
              </a:defRPr>
            </a:lvl6pPr>
            <a:lvl7pPr algn="l">
              <a:defRPr sz="1425" b="0">
                <a:solidFill>
                  <a:srgbClr val="586368"/>
                </a:solidFill>
                <a:latin typeface="Noto Sans KR"/>
                <a:ea typeface="Noto Sans KR"/>
                <a:cs typeface="Noto Sans KR"/>
              </a:defRPr>
            </a:lvl7pPr>
            <a:lvl8pPr algn="l">
              <a:defRPr sz="1425" b="0">
                <a:solidFill>
                  <a:srgbClr val="586368"/>
                </a:solidFill>
                <a:latin typeface="Noto Sans KR"/>
                <a:ea typeface="Noto Sans KR"/>
                <a:cs typeface="Noto Sans KR"/>
              </a:defRPr>
            </a:lvl8pPr>
            <a:lvl9pPr algn="l">
              <a:defRPr sz="1425" b="0">
                <a:solidFill>
                  <a:srgbClr val="586368"/>
                </a:solidFill>
                <a:latin typeface="Noto Sans KR"/>
                <a:ea typeface="Noto Sans KR"/>
                <a:cs typeface="Noto Sans KR"/>
              </a:defRPr>
            </a:lvl9pPr>
          </a:lstStyle>
          <a:p xmlns:a="http://schemas.openxmlformats.org/drawingml/2006/main">
            <a:pPr algn="l">
              <a:lnSpc>
                <a:spcPct val="118000"/>
              </a:lnSpc>
              <a:buNone/>
              <a:defRPr sz="1425" b="0">
                <a:solidFill>
                  <a:srgbClr val="586368"/>
                </a:solidFill>
                <a:latin typeface="Noto Sans KR"/>
                <a:ea typeface="Noto Sans KR"/>
                <a:cs typeface="Noto Sans KR"/>
              </a:defRPr>
            </a:pPr>
            <a:r>
              <a:rPr sz="1425" b="0">
                <a:solidFill>
                  <a:srgbClr val="586368"/>
                </a:solidFill>
                <a:latin typeface="Noto Sans KR"/>
                <a:ea typeface="Noto Sans KR"/>
                <a:cs typeface="Noto Sans KR"/>
              </a:rPr>
              <a:t>정상 통계와 반복 규칙을 유지하고, 학습한 정상 패턴의 이탈을 추가 검사</a:t>
            </a:r>
          </a:p>
        </p:txBody>
      </p:sp>
      <p:sp>
        <p:nvSpPr>
          <p:cNvPr id="5" name="">
            <a:extLst xmlns:a="http://schemas.openxmlformats.org/drawingml/2006/main">
              <a:ext uri="{FF2B5EF4-FFF2-40B4-BE49-F238E27FC236}">
                <a16:creationId xmlns:a16="http://schemas.microsoft.com/office/drawing/2014/main" id="{C054EEC8-09FD-4BA2-9F1F-29721AFF1762}"/>
              </a:ext>
            </a:extLst>
          </p:cNvPr>
          <p:cNvSpPr>
            <a:spLocks xmlns:a="http://schemas.openxmlformats.org/drawingml/2006/main" noGrp="1"/>
          </p:cNvSpPr>
          <p:nvPr/>
        </p:nvSpPr>
        <p:spPr>
          <a:xfrm xmlns:a="http://schemas.openxmlformats.org/drawingml/2006/main">
            <a:off x="762000" y="7248525"/>
            <a:ext cx="12192000" cy="0"/>
          </a:xfrm>
          <a:prstGeom xmlns:a="http://schemas.openxmlformats.org/drawingml/2006/main" prst="line">
            <a:avLst/>
          </a:prstGeom>
          <a:noFill xmlns:a="http://schemas.openxmlformats.org/drawingml/2006/main"/>
          <a:ln xmlns:a="http://schemas.openxmlformats.org/drawingml/2006/main" w="9525">
            <a:solidFill>
              <a:srgbClr val="D6DEE0"/>
            </a:solidFill>
            <a:prstDash val="solid"/>
          </a:ln>
        </p:spPr>
      </p:sp>
      <p:sp>
        <p:nvSpPr>
          <p:cNvPr id="6" name="text">
            <a:extLst xmlns:a="http://schemas.openxmlformats.org/drawingml/2006/main">
              <a:ext uri="{FF2B5EF4-FFF2-40B4-BE49-F238E27FC236}">
                <a16:creationId xmlns:a16="http://schemas.microsoft.com/office/drawing/2014/main" id="{D0B4DC5B-3E08-4A12-83AF-C91A1A740A6F}"/>
              </a:ext>
            </a:extLst>
          </p:cNvPr>
          <p:cNvSpPr>
            <a:spLocks xmlns:a="http://schemas.openxmlformats.org/drawingml/2006/main" noGrp="1"/>
          </p:cNvSpPr>
          <p:nvPr/>
        </p:nvSpPr>
        <p:spPr>
          <a:xfrm xmlns:a="http://schemas.openxmlformats.org/drawingml/2006/main">
            <a:off x="762000" y="7400925"/>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586368"/>
                </a:solidFill>
                <a:latin typeface="Noto Sans KR"/>
                <a:ea typeface="Noto Sans KR"/>
                <a:cs typeface="Noto Sans KR"/>
              </a:defRPr>
            </a:defPPr>
            <a:lvl1pPr algn="l">
              <a:defRPr sz="1013" b="0">
                <a:solidFill>
                  <a:srgbClr val="586368"/>
                </a:solidFill>
                <a:latin typeface="Noto Sans KR"/>
                <a:ea typeface="Noto Sans KR"/>
                <a:cs typeface="Noto Sans KR"/>
              </a:defRPr>
            </a:lvl1pPr>
            <a:lvl2pPr algn="l">
              <a:defRPr sz="1013" b="0">
                <a:solidFill>
                  <a:srgbClr val="586368"/>
                </a:solidFill>
                <a:latin typeface="Noto Sans KR"/>
                <a:ea typeface="Noto Sans KR"/>
                <a:cs typeface="Noto Sans KR"/>
              </a:defRPr>
            </a:lvl2pPr>
            <a:lvl3pPr algn="l">
              <a:defRPr sz="1013" b="0">
                <a:solidFill>
                  <a:srgbClr val="586368"/>
                </a:solidFill>
                <a:latin typeface="Noto Sans KR"/>
                <a:ea typeface="Noto Sans KR"/>
                <a:cs typeface="Noto Sans KR"/>
              </a:defRPr>
            </a:lvl3pPr>
            <a:lvl4pPr algn="l">
              <a:defRPr sz="1013" b="0">
                <a:solidFill>
                  <a:srgbClr val="586368"/>
                </a:solidFill>
                <a:latin typeface="Noto Sans KR"/>
                <a:ea typeface="Noto Sans KR"/>
                <a:cs typeface="Noto Sans KR"/>
              </a:defRPr>
            </a:lvl4pPr>
            <a:lvl5pPr algn="l">
              <a:defRPr sz="1013" b="0">
                <a:solidFill>
                  <a:srgbClr val="586368"/>
                </a:solidFill>
                <a:latin typeface="Noto Sans KR"/>
                <a:ea typeface="Noto Sans KR"/>
                <a:cs typeface="Noto Sans KR"/>
              </a:defRPr>
            </a:lvl5pPr>
            <a:lvl6pPr algn="l">
              <a:defRPr sz="1013" b="0">
                <a:solidFill>
                  <a:srgbClr val="586368"/>
                </a:solidFill>
                <a:latin typeface="Noto Sans KR"/>
                <a:ea typeface="Noto Sans KR"/>
                <a:cs typeface="Noto Sans KR"/>
              </a:defRPr>
            </a:lvl6pPr>
            <a:lvl7pPr algn="l">
              <a:defRPr sz="1013" b="0">
                <a:solidFill>
                  <a:srgbClr val="586368"/>
                </a:solidFill>
                <a:latin typeface="Noto Sans KR"/>
                <a:ea typeface="Noto Sans KR"/>
                <a:cs typeface="Noto Sans KR"/>
              </a:defRPr>
            </a:lvl7pPr>
            <a:lvl8pPr algn="l">
              <a:defRPr sz="1013" b="0">
                <a:solidFill>
                  <a:srgbClr val="586368"/>
                </a:solidFill>
                <a:latin typeface="Noto Sans KR"/>
                <a:ea typeface="Noto Sans KR"/>
                <a:cs typeface="Noto Sans KR"/>
              </a:defRPr>
            </a:lvl8pPr>
            <a:lvl9pPr algn="l">
              <a:defRPr sz="1013" b="0">
                <a:solidFill>
                  <a:srgbClr val="586368"/>
                </a:solidFill>
                <a:latin typeface="Noto Sans KR"/>
                <a:ea typeface="Noto Sans KR"/>
                <a:cs typeface="Noto Sans KR"/>
              </a:defRPr>
            </a:lvl9pPr>
          </a:lstStyle>
          <a:p xmlns:a="http://schemas.openxmlformats.org/drawingml/2006/main">
            <a:pPr algn="l">
              <a:lnSpc>
                <a:spcPct val="118000"/>
              </a:lnSpc>
              <a:buNone/>
              <a:defRPr sz="1013" b="0">
                <a:solidFill>
                  <a:srgbClr val="586368"/>
                </a:solidFill>
                <a:latin typeface="Noto Sans KR"/>
                <a:ea typeface="Noto Sans KR"/>
                <a:cs typeface="Noto Sans KR"/>
              </a:defRPr>
            </a:pPr>
            <a:r>
              <a:rPr sz="1013" b="0">
                <a:solidFill>
                  <a:srgbClr val="586368"/>
                </a:solidFill>
                <a:latin typeface="Noto Sans KR"/>
                <a:ea typeface="Noto Sans KR"/>
                <a:cs typeface="Noto Sans KR"/>
              </a:rPr>
              <a:t>Home Assistant 가전 반복행동 판단</a:t>
            </a:r>
          </a:p>
        </p:txBody>
      </p:sp>
      <p:sp>
        <p:nvSpPr>
          <p:cNvPr id="7" name="text">
            <a:extLst xmlns:a="http://schemas.openxmlformats.org/drawingml/2006/main">
              <a:ext uri="{FF2B5EF4-FFF2-40B4-BE49-F238E27FC236}">
                <a16:creationId xmlns:a16="http://schemas.microsoft.com/office/drawing/2014/main" id="{0DD4DB48-C68D-4B8F-B8E4-5D3F527FF59C}"/>
              </a:ext>
            </a:extLst>
          </p:cNvPr>
          <p:cNvSpPr>
            <a:spLocks xmlns:a="http://schemas.openxmlformats.org/drawingml/2006/main" noGrp="1"/>
          </p:cNvSpPr>
          <p:nvPr/>
        </p:nvSpPr>
        <p:spPr>
          <a:xfrm xmlns:a="http://schemas.openxmlformats.org/drawingml/2006/main">
            <a:off x="7334250" y="7400925"/>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13" b="0">
                <a:solidFill>
                  <a:srgbClr val="586368"/>
                </a:solidFill>
                <a:latin typeface="Noto Sans KR"/>
                <a:ea typeface="Noto Sans KR"/>
                <a:cs typeface="Noto Sans KR"/>
              </a:defRPr>
            </a:defPPr>
            <a:lvl1pPr algn="r">
              <a:defRPr sz="1013" b="0">
                <a:solidFill>
                  <a:srgbClr val="586368"/>
                </a:solidFill>
                <a:latin typeface="Noto Sans KR"/>
                <a:ea typeface="Noto Sans KR"/>
                <a:cs typeface="Noto Sans KR"/>
              </a:defRPr>
            </a:lvl1pPr>
            <a:lvl2pPr algn="r">
              <a:defRPr sz="1013" b="0">
                <a:solidFill>
                  <a:srgbClr val="586368"/>
                </a:solidFill>
                <a:latin typeface="Noto Sans KR"/>
                <a:ea typeface="Noto Sans KR"/>
                <a:cs typeface="Noto Sans KR"/>
              </a:defRPr>
            </a:lvl2pPr>
            <a:lvl3pPr algn="r">
              <a:defRPr sz="1013" b="0">
                <a:solidFill>
                  <a:srgbClr val="586368"/>
                </a:solidFill>
                <a:latin typeface="Noto Sans KR"/>
                <a:ea typeface="Noto Sans KR"/>
                <a:cs typeface="Noto Sans KR"/>
              </a:defRPr>
            </a:lvl3pPr>
            <a:lvl4pPr algn="r">
              <a:defRPr sz="1013" b="0">
                <a:solidFill>
                  <a:srgbClr val="586368"/>
                </a:solidFill>
                <a:latin typeface="Noto Sans KR"/>
                <a:ea typeface="Noto Sans KR"/>
                <a:cs typeface="Noto Sans KR"/>
              </a:defRPr>
            </a:lvl4pPr>
            <a:lvl5pPr algn="r">
              <a:defRPr sz="1013" b="0">
                <a:solidFill>
                  <a:srgbClr val="586368"/>
                </a:solidFill>
                <a:latin typeface="Noto Sans KR"/>
                <a:ea typeface="Noto Sans KR"/>
                <a:cs typeface="Noto Sans KR"/>
              </a:defRPr>
            </a:lvl5pPr>
            <a:lvl6pPr algn="r">
              <a:defRPr sz="1013" b="0">
                <a:solidFill>
                  <a:srgbClr val="586368"/>
                </a:solidFill>
                <a:latin typeface="Noto Sans KR"/>
                <a:ea typeface="Noto Sans KR"/>
                <a:cs typeface="Noto Sans KR"/>
              </a:defRPr>
            </a:lvl6pPr>
            <a:lvl7pPr algn="r">
              <a:defRPr sz="1013" b="0">
                <a:solidFill>
                  <a:srgbClr val="586368"/>
                </a:solidFill>
                <a:latin typeface="Noto Sans KR"/>
                <a:ea typeface="Noto Sans KR"/>
                <a:cs typeface="Noto Sans KR"/>
              </a:defRPr>
            </a:lvl7pPr>
            <a:lvl8pPr algn="r">
              <a:defRPr sz="1013" b="0">
                <a:solidFill>
                  <a:srgbClr val="586368"/>
                </a:solidFill>
                <a:latin typeface="Noto Sans KR"/>
                <a:ea typeface="Noto Sans KR"/>
                <a:cs typeface="Noto Sans KR"/>
              </a:defRPr>
            </a:lvl8pPr>
            <a:lvl9pPr algn="r">
              <a:defRPr sz="1013" b="0">
                <a:solidFill>
                  <a:srgbClr val="586368"/>
                </a:solidFill>
                <a:latin typeface="Noto Sans KR"/>
                <a:ea typeface="Noto Sans KR"/>
                <a:cs typeface="Noto Sans KR"/>
              </a:defRPr>
            </a:lvl9pPr>
          </a:lstStyle>
          <a:p xmlns:a="http://schemas.openxmlformats.org/drawingml/2006/main">
            <a:pPr algn="r">
              <a:lnSpc>
                <a:spcPct val="118000"/>
              </a:lnSpc>
              <a:buNone/>
              <a:defRPr sz="1013" b="0">
                <a:solidFill>
                  <a:srgbClr val="586368"/>
                </a:solidFill>
                <a:latin typeface="Noto Sans KR"/>
                <a:ea typeface="Noto Sans KR"/>
                <a:cs typeface="Noto Sans KR"/>
              </a:defRPr>
            </a:pPr>
            <a:r>
              <a:rPr sz="1013" b="0">
                <a:solidFill>
                  <a:srgbClr val="586368"/>
                </a:solidFill>
                <a:latin typeface="Noto Sans KR"/>
                <a:ea typeface="Noto Sans KR"/>
                <a:cs typeface="Noto Sans KR"/>
              </a:rPr>
              <a:t>합성 데이터 시험 · 환자 대상 성능 미평가</a:t>
            </a:r>
          </a:p>
        </p:txBody>
      </p:sp>
      <p:sp>
        <p:nvSpPr>
          <p:cNvPr id="8" name="text">
            <a:extLst xmlns:a="http://schemas.openxmlformats.org/drawingml/2006/main">
              <a:ext uri="{FF2B5EF4-FFF2-40B4-BE49-F238E27FC236}">
                <a16:creationId xmlns:a16="http://schemas.microsoft.com/office/drawing/2014/main" id="{5E912663-BFF1-4C4B-AE63-AE694BB51BFB}"/>
              </a:ext>
            </a:extLst>
          </p:cNvPr>
          <p:cNvSpPr>
            <a:spLocks xmlns:a="http://schemas.openxmlformats.org/drawingml/2006/main" noGrp="1"/>
          </p:cNvSpPr>
          <p:nvPr/>
        </p:nvSpPr>
        <p:spPr>
          <a:xfrm xmlns:a="http://schemas.openxmlformats.org/drawingml/2006/main">
            <a:off x="12382500" y="7353300"/>
            <a:ext cx="571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1">
                <a:solidFill>
                  <a:srgbClr val="141719"/>
                </a:solidFill>
                <a:latin typeface="Noto Sans KR"/>
                <a:ea typeface="Noto Sans KR"/>
                <a:cs typeface="Noto Sans KR"/>
              </a:defRPr>
            </a:defPPr>
            <a:lvl1pPr algn="r">
              <a:defRPr sz="1500" b="1">
                <a:solidFill>
                  <a:srgbClr val="141719"/>
                </a:solidFill>
                <a:latin typeface="Noto Sans KR"/>
                <a:ea typeface="Noto Sans KR"/>
                <a:cs typeface="Noto Sans KR"/>
              </a:defRPr>
            </a:lvl1pPr>
            <a:lvl2pPr algn="r">
              <a:defRPr sz="1500" b="1">
                <a:solidFill>
                  <a:srgbClr val="141719"/>
                </a:solidFill>
                <a:latin typeface="Noto Sans KR"/>
                <a:ea typeface="Noto Sans KR"/>
                <a:cs typeface="Noto Sans KR"/>
              </a:defRPr>
            </a:lvl2pPr>
            <a:lvl3pPr algn="r">
              <a:defRPr sz="1500" b="1">
                <a:solidFill>
                  <a:srgbClr val="141719"/>
                </a:solidFill>
                <a:latin typeface="Noto Sans KR"/>
                <a:ea typeface="Noto Sans KR"/>
                <a:cs typeface="Noto Sans KR"/>
              </a:defRPr>
            </a:lvl3pPr>
            <a:lvl4pPr algn="r">
              <a:defRPr sz="1500" b="1">
                <a:solidFill>
                  <a:srgbClr val="141719"/>
                </a:solidFill>
                <a:latin typeface="Noto Sans KR"/>
                <a:ea typeface="Noto Sans KR"/>
                <a:cs typeface="Noto Sans KR"/>
              </a:defRPr>
            </a:lvl4pPr>
            <a:lvl5pPr algn="r">
              <a:defRPr sz="1500" b="1">
                <a:solidFill>
                  <a:srgbClr val="141719"/>
                </a:solidFill>
                <a:latin typeface="Noto Sans KR"/>
                <a:ea typeface="Noto Sans KR"/>
                <a:cs typeface="Noto Sans KR"/>
              </a:defRPr>
            </a:lvl5pPr>
            <a:lvl6pPr algn="r">
              <a:defRPr sz="1500" b="1">
                <a:solidFill>
                  <a:srgbClr val="141719"/>
                </a:solidFill>
                <a:latin typeface="Noto Sans KR"/>
                <a:ea typeface="Noto Sans KR"/>
                <a:cs typeface="Noto Sans KR"/>
              </a:defRPr>
            </a:lvl6pPr>
            <a:lvl7pPr algn="r">
              <a:defRPr sz="1500" b="1">
                <a:solidFill>
                  <a:srgbClr val="141719"/>
                </a:solidFill>
                <a:latin typeface="Noto Sans KR"/>
                <a:ea typeface="Noto Sans KR"/>
                <a:cs typeface="Noto Sans KR"/>
              </a:defRPr>
            </a:lvl7pPr>
            <a:lvl8pPr algn="r">
              <a:defRPr sz="1500" b="1">
                <a:solidFill>
                  <a:srgbClr val="141719"/>
                </a:solidFill>
                <a:latin typeface="Noto Sans KR"/>
                <a:ea typeface="Noto Sans KR"/>
                <a:cs typeface="Noto Sans KR"/>
              </a:defRPr>
            </a:lvl8pPr>
            <a:lvl9pPr algn="r">
              <a:defRPr sz="1500" b="1">
                <a:solidFill>
                  <a:srgbClr val="141719"/>
                </a:solidFill>
                <a:latin typeface="Noto Sans KR"/>
                <a:ea typeface="Noto Sans KR"/>
                <a:cs typeface="Noto Sans KR"/>
              </a:defRPr>
            </a:lvl9pPr>
          </a:lstStyle>
          <a:p xmlns:a="http://schemas.openxmlformats.org/drawingml/2006/main">
            <a:pPr algn="r">
              <a:lnSpc>
                <a:spcPct val="118000"/>
              </a:lnSpc>
              <a:buNone/>
              <a:defRPr sz="1500" b="1">
                <a:solidFill>
                  <a:srgbClr val="141719"/>
                </a:solidFill>
                <a:latin typeface="Noto Sans KR"/>
                <a:ea typeface="Noto Sans KR"/>
                <a:cs typeface="Noto Sans KR"/>
              </a:defRPr>
            </a:pPr>
            <a:r>
              <a:rPr sz="1500" b="1">
                <a:solidFill>
                  <a:srgbClr val="141719"/>
                </a:solidFill>
                <a:latin typeface="Noto Sans KR"/>
                <a:ea typeface="Noto Sans KR"/>
                <a:cs typeface="Noto Sans KR"/>
              </a:rPr>
              <a:t>03</a:t>
            </a:r>
          </a:p>
        </p:txBody>
      </p:sp>
      <p:sp>
        <p:nvSpPr>
          <p:cNvPr id="9" name="text">
            <a:extLst xmlns:a="http://schemas.openxmlformats.org/drawingml/2006/main">
              <a:ext uri="{FF2B5EF4-FFF2-40B4-BE49-F238E27FC236}">
                <a16:creationId xmlns:a16="http://schemas.microsoft.com/office/drawing/2014/main" id="{44EEC3CE-A123-47D6-A801-2E4EB954D786}"/>
              </a:ext>
            </a:extLst>
          </p:cNvPr>
          <p:cNvSpPr>
            <a:spLocks xmlns:a="http://schemas.openxmlformats.org/drawingml/2006/main" noGrp="1"/>
          </p:cNvSpPr>
          <p:nvPr/>
        </p:nvSpPr>
        <p:spPr>
          <a:xfrm xmlns:a="http://schemas.openxmlformats.org/drawingml/2006/main">
            <a:off x="762000" y="1828800"/>
            <a:ext cx="5857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41719"/>
                </a:solidFill>
                <a:latin typeface="Noto Sans KR"/>
                <a:ea typeface="Noto Sans KR"/>
                <a:cs typeface="Noto Sans KR"/>
              </a:defRPr>
            </a:defPPr>
            <a:lvl1pPr algn="l">
              <a:defRPr sz="1875" b="1">
                <a:solidFill>
                  <a:srgbClr val="141719"/>
                </a:solidFill>
                <a:latin typeface="Noto Sans KR"/>
                <a:ea typeface="Noto Sans KR"/>
                <a:cs typeface="Noto Sans KR"/>
              </a:defRPr>
            </a:lvl1pPr>
            <a:lvl2pPr algn="l">
              <a:defRPr sz="1875" b="1">
                <a:solidFill>
                  <a:srgbClr val="141719"/>
                </a:solidFill>
                <a:latin typeface="Noto Sans KR"/>
                <a:ea typeface="Noto Sans KR"/>
                <a:cs typeface="Noto Sans KR"/>
              </a:defRPr>
            </a:lvl2pPr>
            <a:lvl3pPr algn="l">
              <a:defRPr sz="1875" b="1">
                <a:solidFill>
                  <a:srgbClr val="141719"/>
                </a:solidFill>
                <a:latin typeface="Noto Sans KR"/>
                <a:ea typeface="Noto Sans KR"/>
                <a:cs typeface="Noto Sans KR"/>
              </a:defRPr>
            </a:lvl3pPr>
            <a:lvl4pPr algn="l">
              <a:defRPr sz="1875" b="1">
                <a:solidFill>
                  <a:srgbClr val="141719"/>
                </a:solidFill>
                <a:latin typeface="Noto Sans KR"/>
                <a:ea typeface="Noto Sans KR"/>
                <a:cs typeface="Noto Sans KR"/>
              </a:defRPr>
            </a:lvl4pPr>
            <a:lvl5pPr algn="l">
              <a:defRPr sz="1875" b="1">
                <a:solidFill>
                  <a:srgbClr val="141719"/>
                </a:solidFill>
                <a:latin typeface="Noto Sans KR"/>
                <a:ea typeface="Noto Sans KR"/>
                <a:cs typeface="Noto Sans KR"/>
              </a:defRPr>
            </a:lvl5pPr>
            <a:lvl6pPr algn="l">
              <a:defRPr sz="1875" b="1">
                <a:solidFill>
                  <a:srgbClr val="141719"/>
                </a:solidFill>
                <a:latin typeface="Noto Sans KR"/>
                <a:ea typeface="Noto Sans KR"/>
                <a:cs typeface="Noto Sans KR"/>
              </a:defRPr>
            </a:lvl6pPr>
            <a:lvl7pPr algn="l">
              <a:defRPr sz="1875" b="1">
                <a:solidFill>
                  <a:srgbClr val="141719"/>
                </a:solidFill>
                <a:latin typeface="Noto Sans KR"/>
                <a:ea typeface="Noto Sans KR"/>
                <a:cs typeface="Noto Sans KR"/>
              </a:defRPr>
            </a:lvl7pPr>
            <a:lvl8pPr algn="l">
              <a:defRPr sz="1875" b="1">
                <a:solidFill>
                  <a:srgbClr val="141719"/>
                </a:solidFill>
                <a:latin typeface="Noto Sans KR"/>
                <a:ea typeface="Noto Sans KR"/>
                <a:cs typeface="Noto Sans KR"/>
              </a:defRPr>
            </a:lvl8pPr>
            <a:lvl9pPr algn="l">
              <a:defRPr sz="1875" b="1">
                <a:solidFill>
                  <a:srgbClr val="141719"/>
                </a:solidFill>
                <a:latin typeface="Noto Sans KR"/>
                <a:ea typeface="Noto Sans KR"/>
                <a:cs typeface="Noto Sans KR"/>
              </a:defRPr>
            </a:lvl9pPr>
          </a:lstStyle>
          <a:p xmlns:a="http://schemas.openxmlformats.org/drawingml/2006/main">
            <a:pPr algn="l">
              <a:lnSpc>
                <a:spcPct val="118000"/>
              </a:lnSpc>
              <a:buNone/>
              <a:defRPr sz="1875" b="1">
                <a:solidFill>
                  <a:srgbClr val="141719"/>
                </a:solidFill>
                <a:latin typeface="Noto Sans KR"/>
                <a:ea typeface="Noto Sans KR"/>
                <a:cs typeface="Noto Sans KR"/>
              </a:defRPr>
            </a:pPr>
            <a:r>
              <a:rPr sz="1875" b="1">
                <a:solidFill>
                  <a:srgbClr val="141719"/>
                </a:solidFill>
                <a:latin typeface="Noto Sans KR"/>
                <a:ea typeface="Noto Sans KR"/>
                <a:cs typeface="Noto Sans KR"/>
              </a:rPr>
              <a:t>시험용 Baseline: 이전 14일·336개 표본</a:t>
            </a:r>
          </a:p>
        </p:txBody>
      </p:sp>
      <p:graphicFrame>
        <p:nvGraphicFramePr>
          <p:cNvPr id="10" name="Chart">
            <a:extLst xmlns:a="http://schemas.openxmlformats.org/drawingml/2006/main">
              <a:ext uri="{FF2B5EF4-FFF2-40B4-BE49-F238E27FC236}">
                <a16:creationId xmlns:a16="http://schemas.microsoft.com/office/drawing/2014/main" id="{2EAAF793-5429-4E1C-B3A1-F917AA89FE68}"/>
              </a:ext>
            </a:extLst>
          </p:cNvPr>
          <p:cNvGraphicFramePr/>
          <p:nvPr/>
        </p:nvGraphicFramePr>
        <p:xfrm>
          <a:off xmlns:a="http://schemas.openxmlformats.org/drawingml/2006/main" x="714375" y="2266950"/>
          <a:ext xmlns:a="http://schemas.openxmlformats.org/drawingml/2006/main" cx="5857875" cy="1847850"/>
        </p:xfrm>
        <a:graphic xmlns:a="http://schemas.openxmlformats.org/drawingml/2006/main">
          <a:graphicData uri="http://schemas.openxmlformats.org/drawingml/2006/chart">
            <c:chart xmlns:r="http://schemas.openxmlformats.org/officeDocument/2006/relationships" xmlns:c="http://schemas.openxmlformats.org/drawingml/2006/chart" r:id="R2b6c60b51edb425c"/>
          </a:graphicData>
        </a:graphic>
      </p:graphicFrame>
      <p:sp>
        <p:nvSpPr>
          <p:cNvPr id="11" name="text">
            <a:extLst xmlns:a="http://schemas.openxmlformats.org/drawingml/2006/main">
              <a:ext uri="{FF2B5EF4-FFF2-40B4-BE49-F238E27FC236}">
                <a16:creationId xmlns:a16="http://schemas.microsoft.com/office/drawing/2014/main" id="{00885B2E-69AF-4E12-8E3C-83DBFEC21685}"/>
              </a:ext>
            </a:extLst>
          </p:cNvPr>
          <p:cNvSpPr>
            <a:spLocks xmlns:a="http://schemas.openxmlformats.org/drawingml/2006/main" noGrp="1"/>
          </p:cNvSpPr>
          <p:nvPr/>
        </p:nvSpPr>
        <p:spPr>
          <a:xfrm xmlns:a="http://schemas.openxmlformats.org/drawingml/2006/main">
            <a:off x="762000" y="4238625"/>
            <a:ext cx="585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77E"/>
                </a:solidFill>
                <a:latin typeface="Noto Sans KR"/>
                <a:ea typeface="Noto Sans KR"/>
                <a:cs typeface="Noto Sans KR"/>
              </a:defRPr>
            </a:defPPr>
            <a:lvl1pPr algn="l">
              <a:defRPr sz="1500" b="1">
                <a:solidFill>
                  <a:srgbClr val="00877E"/>
                </a:solidFill>
                <a:latin typeface="Noto Sans KR"/>
                <a:ea typeface="Noto Sans KR"/>
                <a:cs typeface="Noto Sans KR"/>
              </a:defRPr>
            </a:lvl1pPr>
            <a:lvl2pPr algn="l">
              <a:defRPr sz="1500" b="1">
                <a:solidFill>
                  <a:srgbClr val="00877E"/>
                </a:solidFill>
                <a:latin typeface="Noto Sans KR"/>
                <a:ea typeface="Noto Sans KR"/>
                <a:cs typeface="Noto Sans KR"/>
              </a:defRPr>
            </a:lvl2pPr>
            <a:lvl3pPr algn="l">
              <a:defRPr sz="1500" b="1">
                <a:solidFill>
                  <a:srgbClr val="00877E"/>
                </a:solidFill>
                <a:latin typeface="Noto Sans KR"/>
                <a:ea typeface="Noto Sans KR"/>
                <a:cs typeface="Noto Sans KR"/>
              </a:defRPr>
            </a:lvl3pPr>
            <a:lvl4pPr algn="l">
              <a:defRPr sz="1500" b="1">
                <a:solidFill>
                  <a:srgbClr val="00877E"/>
                </a:solidFill>
                <a:latin typeface="Noto Sans KR"/>
                <a:ea typeface="Noto Sans KR"/>
                <a:cs typeface="Noto Sans KR"/>
              </a:defRPr>
            </a:lvl4pPr>
            <a:lvl5pPr algn="l">
              <a:defRPr sz="1500" b="1">
                <a:solidFill>
                  <a:srgbClr val="00877E"/>
                </a:solidFill>
                <a:latin typeface="Noto Sans KR"/>
                <a:ea typeface="Noto Sans KR"/>
                <a:cs typeface="Noto Sans KR"/>
              </a:defRPr>
            </a:lvl5pPr>
            <a:lvl6pPr algn="l">
              <a:defRPr sz="1500" b="1">
                <a:solidFill>
                  <a:srgbClr val="00877E"/>
                </a:solidFill>
                <a:latin typeface="Noto Sans KR"/>
                <a:ea typeface="Noto Sans KR"/>
                <a:cs typeface="Noto Sans KR"/>
              </a:defRPr>
            </a:lvl6pPr>
            <a:lvl7pPr algn="l">
              <a:defRPr sz="1500" b="1">
                <a:solidFill>
                  <a:srgbClr val="00877E"/>
                </a:solidFill>
                <a:latin typeface="Noto Sans KR"/>
                <a:ea typeface="Noto Sans KR"/>
                <a:cs typeface="Noto Sans KR"/>
              </a:defRPr>
            </a:lvl7pPr>
            <a:lvl8pPr algn="l">
              <a:defRPr sz="1500" b="1">
                <a:solidFill>
                  <a:srgbClr val="00877E"/>
                </a:solidFill>
                <a:latin typeface="Noto Sans KR"/>
                <a:ea typeface="Noto Sans KR"/>
                <a:cs typeface="Noto Sans KR"/>
              </a:defRPr>
            </a:lvl8pPr>
            <a:lvl9pPr algn="l">
              <a:defRPr sz="1500" b="1">
                <a:solidFill>
                  <a:srgbClr val="00877E"/>
                </a:solidFill>
                <a:latin typeface="Noto Sans KR"/>
                <a:ea typeface="Noto Sans KR"/>
                <a:cs typeface="Noto Sans KR"/>
              </a:defRPr>
            </a:lvl9pPr>
          </a:lstStyle>
          <a:p xmlns:a="http://schemas.openxmlformats.org/drawingml/2006/main">
            <a:pPr algn="l">
              <a:lnSpc>
                <a:spcPct val="118000"/>
              </a:lnSpc>
              <a:buNone/>
              <a:defRPr sz="1500" b="1">
                <a:solidFill>
                  <a:srgbClr val="00877E"/>
                </a:solidFill>
                <a:latin typeface="Noto Sans KR"/>
                <a:ea typeface="Noto Sans KR"/>
                <a:cs typeface="Noto Sans KR"/>
              </a:defRPr>
            </a:pPr>
            <a:r>
              <a:rPr sz="1500" b="1">
                <a:solidFill>
                  <a:srgbClr val="00877E"/>
                </a:solidFill>
                <a:latin typeface="Noto Sans KR"/>
                <a:ea typeface="Noto Sans KR"/>
                <a:cs typeface="Noto Sans KR"/>
              </a:rPr>
              <a:t>이 특징의 정상 통계: P95 = 1회 · IQR = 0</a:t>
            </a:r>
          </a:p>
        </p:txBody>
      </p:sp>
      <p:sp>
        <p:nvSpPr>
          <p:cNvPr id="12" name="text">
            <a:extLst xmlns:a="http://schemas.openxmlformats.org/drawingml/2006/main">
              <a:ext uri="{FF2B5EF4-FFF2-40B4-BE49-F238E27FC236}">
                <a16:creationId xmlns:a16="http://schemas.microsoft.com/office/drawing/2014/main" id="{3884283F-C1AD-4D74-ADC4-B8D506BCD16B}"/>
              </a:ext>
            </a:extLst>
          </p:cNvPr>
          <p:cNvSpPr>
            <a:spLocks xmlns:a="http://schemas.openxmlformats.org/drawingml/2006/main" noGrp="1"/>
          </p:cNvSpPr>
          <p:nvPr/>
        </p:nvSpPr>
        <p:spPr>
          <a:xfrm xmlns:a="http://schemas.openxmlformats.org/drawingml/2006/main">
            <a:off x="762000" y="4648200"/>
            <a:ext cx="5857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41719"/>
                </a:solidFill>
                <a:latin typeface="Noto Sans KR"/>
                <a:ea typeface="Noto Sans KR"/>
                <a:cs typeface="Noto Sans KR"/>
              </a:defRPr>
            </a:defPPr>
            <a:lvl1pPr algn="l">
              <a:defRPr sz="1650" b="1">
                <a:solidFill>
                  <a:srgbClr val="141719"/>
                </a:solidFill>
                <a:latin typeface="Noto Sans KR"/>
                <a:ea typeface="Noto Sans KR"/>
                <a:cs typeface="Noto Sans KR"/>
              </a:defRPr>
            </a:lvl1pPr>
            <a:lvl2pPr algn="l">
              <a:defRPr sz="1650" b="1">
                <a:solidFill>
                  <a:srgbClr val="141719"/>
                </a:solidFill>
                <a:latin typeface="Noto Sans KR"/>
                <a:ea typeface="Noto Sans KR"/>
                <a:cs typeface="Noto Sans KR"/>
              </a:defRPr>
            </a:lvl2pPr>
            <a:lvl3pPr algn="l">
              <a:defRPr sz="1650" b="1">
                <a:solidFill>
                  <a:srgbClr val="141719"/>
                </a:solidFill>
                <a:latin typeface="Noto Sans KR"/>
                <a:ea typeface="Noto Sans KR"/>
                <a:cs typeface="Noto Sans KR"/>
              </a:defRPr>
            </a:lvl3pPr>
            <a:lvl4pPr algn="l">
              <a:defRPr sz="1650" b="1">
                <a:solidFill>
                  <a:srgbClr val="141719"/>
                </a:solidFill>
                <a:latin typeface="Noto Sans KR"/>
                <a:ea typeface="Noto Sans KR"/>
                <a:cs typeface="Noto Sans KR"/>
              </a:defRPr>
            </a:lvl4pPr>
            <a:lvl5pPr algn="l">
              <a:defRPr sz="1650" b="1">
                <a:solidFill>
                  <a:srgbClr val="141719"/>
                </a:solidFill>
                <a:latin typeface="Noto Sans KR"/>
                <a:ea typeface="Noto Sans KR"/>
                <a:cs typeface="Noto Sans KR"/>
              </a:defRPr>
            </a:lvl5pPr>
            <a:lvl6pPr algn="l">
              <a:defRPr sz="1650" b="1">
                <a:solidFill>
                  <a:srgbClr val="141719"/>
                </a:solidFill>
                <a:latin typeface="Noto Sans KR"/>
                <a:ea typeface="Noto Sans KR"/>
                <a:cs typeface="Noto Sans KR"/>
              </a:defRPr>
            </a:lvl6pPr>
            <a:lvl7pPr algn="l">
              <a:defRPr sz="1650" b="1">
                <a:solidFill>
                  <a:srgbClr val="141719"/>
                </a:solidFill>
                <a:latin typeface="Noto Sans KR"/>
                <a:ea typeface="Noto Sans KR"/>
                <a:cs typeface="Noto Sans KR"/>
              </a:defRPr>
            </a:lvl7pPr>
            <a:lvl8pPr algn="l">
              <a:defRPr sz="1650" b="1">
                <a:solidFill>
                  <a:srgbClr val="141719"/>
                </a:solidFill>
                <a:latin typeface="Noto Sans KR"/>
                <a:ea typeface="Noto Sans KR"/>
                <a:cs typeface="Noto Sans KR"/>
              </a:defRPr>
            </a:lvl8pPr>
            <a:lvl9pPr algn="l">
              <a:defRPr sz="1650" b="1">
                <a:solidFill>
                  <a:srgbClr val="141719"/>
                </a:solidFill>
                <a:latin typeface="Noto Sans KR"/>
                <a:ea typeface="Noto Sans KR"/>
                <a:cs typeface="Noto Sans KR"/>
              </a:defRPr>
            </a:lvl9pPr>
          </a:lstStyle>
          <a:p xmlns:a="http://schemas.openxmlformats.org/drawingml/2006/main">
            <a:pPr algn="l">
              <a:lnSpc>
                <a:spcPct val="118000"/>
              </a:lnSpc>
              <a:buNone/>
              <a:defRPr sz="1650" b="1">
                <a:solidFill>
                  <a:srgbClr val="141719"/>
                </a:solidFill>
                <a:latin typeface="Noto Sans KR"/>
                <a:ea typeface="Noto Sans KR"/>
                <a:cs typeface="Noto Sans KR"/>
              </a:defRPr>
            </a:pPr>
            <a:r>
              <a:rPr sz="1650" b="1">
                <a:solidFill>
                  <a:srgbClr val="141719"/>
                </a:solidFill>
                <a:latin typeface="Noto Sans KR"/>
                <a:ea typeface="Noto Sans KR"/>
                <a:cs typeface="Noto Sans KR"/>
              </a:rPr>
              <a:t>통계 경계와 최소 횟수 조건을 함께 적용</a:t>
            </a:r>
          </a:p>
        </p:txBody>
      </p:sp>
      <p:sp>
        <p:nvSpPr>
          <p:cNvPr id="13" name="text">
            <a:extLst xmlns:a="http://schemas.openxmlformats.org/drawingml/2006/main">
              <a:ext uri="{FF2B5EF4-FFF2-40B4-BE49-F238E27FC236}">
                <a16:creationId xmlns:a16="http://schemas.microsoft.com/office/drawing/2014/main" id="{9376E9F1-2EDA-49FD-9559-84E40F207802}"/>
              </a:ext>
            </a:extLst>
          </p:cNvPr>
          <p:cNvSpPr>
            <a:spLocks xmlns:a="http://schemas.openxmlformats.org/drawingml/2006/main" noGrp="1"/>
          </p:cNvSpPr>
          <p:nvPr/>
        </p:nvSpPr>
        <p:spPr>
          <a:xfrm xmlns:a="http://schemas.openxmlformats.org/drawingml/2006/main">
            <a:off x="762000" y="5029200"/>
            <a:ext cx="5857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0">
                <a:solidFill>
                  <a:srgbClr val="141719"/>
                </a:solidFill>
                <a:latin typeface="Noto Sans KR"/>
                <a:ea typeface="Noto Sans KR"/>
                <a:cs typeface="Noto Sans KR"/>
              </a:defRPr>
            </a:defPPr>
            <a:lvl1pPr algn="l">
              <a:defRPr sz="1388" b="0">
                <a:solidFill>
                  <a:srgbClr val="141719"/>
                </a:solidFill>
                <a:latin typeface="Noto Sans KR"/>
                <a:ea typeface="Noto Sans KR"/>
                <a:cs typeface="Noto Sans KR"/>
              </a:defRPr>
            </a:lvl1pPr>
            <a:lvl2pPr algn="l">
              <a:defRPr sz="1388" b="0">
                <a:solidFill>
                  <a:srgbClr val="141719"/>
                </a:solidFill>
                <a:latin typeface="Noto Sans KR"/>
                <a:ea typeface="Noto Sans KR"/>
                <a:cs typeface="Noto Sans KR"/>
              </a:defRPr>
            </a:lvl2pPr>
            <a:lvl3pPr algn="l">
              <a:defRPr sz="1388" b="0">
                <a:solidFill>
                  <a:srgbClr val="141719"/>
                </a:solidFill>
                <a:latin typeface="Noto Sans KR"/>
                <a:ea typeface="Noto Sans KR"/>
                <a:cs typeface="Noto Sans KR"/>
              </a:defRPr>
            </a:lvl3pPr>
            <a:lvl4pPr algn="l">
              <a:defRPr sz="1388" b="0">
                <a:solidFill>
                  <a:srgbClr val="141719"/>
                </a:solidFill>
                <a:latin typeface="Noto Sans KR"/>
                <a:ea typeface="Noto Sans KR"/>
                <a:cs typeface="Noto Sans KR"/>
              </a:defRPr>
            </a:lvl4pPr>
            <a:lvl5pPr algn="l">
              <a:defRPr sz="1388" b="0">
                <a:solidFill>
                  <a:srgbClr val="141719"/>
                </a:solidFill>
                <a:latin typeface="Noto Sans KR"/>
                <a:ea typeface="Noto Sans KR"/>
                <a:cs typeface="Noto Sans KR"/>
              </a:defRPr>
            </a:lvl5pPr>
            <a:lvl6pPr algn="l">
              <a:defRPr sz="1388" b="0">
                <a:solidFill>
                  <a:srgbClr val="141719"/>
                </a:solidFill>
                <a:latin typeface="Noto Sans KR"/>
                <a:ea typeface="Noto Sans KR"/>
                <a:cs typeface="Noto Sans KR"/>
              </a:defRPr>
            </a:lvl6pPr>
            <a:lvl7pPr algn="l">
              <a:defRPr sz="1388" b="0">
                <a:solidFill>
                  <a:srgbClr val="141719"/>
                </a:solidFill>
                <a:latin typeface="Noto Sans KR"/>
                <a:ea typeface="Noto Sans KR"/>
                <a:cs typeface="Noto Sans KR"/>
              </a:defRPr>
            </a:lvl7pPr>
            <a:lvl8pPr algn="l">
              <a:defRPr sz="1388" b="0">
                <a:solidFill>
                  <a:srgbClr val="141719"/>
                </a:solidFill>
                <a:latin typeface="Noto Sans KR"/>
                <a:ea typeface="Noto Sans KR"/>
                <a:cs typeface="Noto Sans KR"/>
              </a:defRPr>
            </a:lvl8pPr>
            <a:lvl9pPr algn="l">
              <a:defRPr sz="1388" b="0">
                <a:solidFill>
                  <a:srgbClr val="141719"/>
                </a:solidFill>
                <a:latin typeface="Noto Sans KR"/>
                <a:ea typeface="Noto Sans KR"/>
                <a:cs typeface="Noto Sans KR"/>
              </a:defRPr>
            </a:lvl9pPr>
          </a:lstStyle>
          <a:p xmlns:a="http://schemas.openxmlformats.org/drawingml/2006/main">
            <a:pPr algn="l">
              <a:lnSpc>
                <a:spcPct val="118000"/>
              </a:lnSpc>
              <a:buNone/>
              <a:defRPr sz="1388" b="0">
                <a:solidFill>
                  <a:srgbClr val="141719"/>
                </a:solidFill>
                <a:latin typeface="Noto Sans KR"/>
                <a:ea typeface="Noto Sans KR"/>
                <a:cs typeface="Noto Sans KR"/>
              </a:defRPr>
            </a:pPr>
            <a:r>
              <a:rPr sz="1388" b="0">
                <a:solidFill>
                  <a:srgbClr val="141719"/>
                </a:solidFill>
                <a:latin typeface="Noto Sans KR"/>
                <a:ea typeface="Noto Sans KR"/>
                <a:cs typeface="Noto Sans KR"/>
              </a:rPr>
              <a:t>강한 이탈 경계 = max(Q3 + 1.5×IQR, P95)</a:t>
            </a:r>
          </a:p>
        </p:txBody>
      </p:sp>
      <p:sp>
        <p:nvSpPr>
          <p:cNvPr id="14" name="text">
            <a:extLst xmlns:a="http://schemas.openxmlformats.org/drawingml/2006/main">
              <a:ext uri="{FF2B5EF4-FFF2-40B4-BE49-F238E27FC236}">
                <a16:creationId xmlns:a16="http://schemas.microsoft.com/office/drawing/2014/main" id="{C1CC9738-F4B3-4D30-8C2D-6ACE362D0F75}"/>
              </a:ext>
            </a:extLst>
          </p:cNvPr>
          <p:cNvSpPr>
            <a:spLocks xmlns:a="http://schemas.openxmlformats.org/drawingml/2006/main" noGrp="1"/>
          </p:cNvSpPr>
          <p:nvPr/>
        </p:nvSpPr>
        <p:spPr>
          <a:xfrm xmlns:a="http://schemas.openxmlformats.org/drawingml/2006/main">
            <a:off x="762000" y="5400675"/>
            <a:ext cx="58578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0">
                <a:solidFill>
                  <a:srgbClr val="586368"/>
                </a:solidFill>
                <a:latin typeface="Noto Sans KR"/>
                <a:ea typeface="Noto Sans KR"/>
                <a:cs typeface="Noto Sans KR"/>
              </a:defRPr>
            </a:defPPr>
            <a:lvl1pPr algn="l">
              <a:defRPr sz="1388" b="0">
                <a:solidFill>
                  <a:srgbClr val="586368"/>
                </a:solidFill>
                <a:latin typeface="Noto Sans KR"/>
                <a:ea typeface="Noto Sans KR"/>
                <a:cs typeface="Noto Sans KR"/>
              </a:defRPr>
            </a:lvl1pPr>
            <a:lvl2pPr algn="l">
              <a:defRPr sz="1388" b="0">
                <a:solidFill>
                  <a:srgbClr val="586368"/>
                </a:solidFill>
                <a:latin typeface="Noto Sans KR"/>
                <a:ea typeface="Noto Sans KR"/>
                <a:cs typeface="Noto Sans KR"/>
              </a:defRPr>
            </a:lvl2pPr>
            <a:lvl3pPr algn="l">
              <a:defRPr sz="1388" b="0">
                <a:solidFill>
                  <a:srgbClr val="586368"/>
                </a:solidFill>
                <a:latin typeface="Noto Sans KR"/>
                <a:ea typeface="Noto Sans KR"/>
                <a:cs typeface="Noto Sans KR"/>
              </a:defRPr>
            </a:lvl3pPr>
            <a:lvl4pPr algn="l">
              <a:defRPr sz="1388" b="0">
                <a:solidFill>
                  <a:srgbClr val="586368"/>
                </a:solidFill>
                <a:latin typeface="Noto Sans KR"/>
                <a:ea typeface="Noto Sans KR"/>
                <a:cs typeface="Noto Sans KR"/>
              </a:defRPr>
            </a:lvl4pPr>
            <a:lvl5pPr algn="l">
              <a:defRPr sz="1388" b="0">
                <a:solidFill>
                  <a:srgbClr val="586368"/>
                </a:solidFill>
                <a:latin typeface="Noto Sans KR"/>
                <a:ea typeface="Noto Sans KR"/>
                <a:cs typeface="Noto Sans KR"/>
              </a:defRPr>
            </a:lvl5pPr>
            <a:lvl6pPr algn="l">
              <a:defRPr sz="1388" b="0">
                <a:solidFill>
                  <a:srgbClr val="586368"/>
                </a:solidFill>
                <a:latin typeface="Noto Sans KR"/>
                <a:ea typeface="Noto Sans KR"/>
                <a:cs typeface="Noto Sans KR"/>
              </a:defRPr>
            </a:lvl6pPr>
            <a:lvl7pPr algn="l">
              <a:defRPr sz="1388" b="0">
                <a:solidFill>
                  <a:srgbClr val="586368"/>
                </a:solidFill>
                <a:latin typeface="Noto Sans KR"/>
                <a:ea typeface="Noto Sans KR"/>
                <a:cs typeface="Noto Sans KR"/>
              </a:defRPr>
            </a:lvl7pPr>
            <a:lvl8pPr algn="l">
              <a:defRPr sz="1388" b="0">
                <a:solidFill>
                  <a:srgbClr val="586368"/>
                </a:solidFill>
                <a:latin typeface="Noto Sans KR"/>
                <a:ea typeface="Noto Sans KR"/>
                <a:cs typeface="Noto Sans KR"/>
              </a:defRPr>
            </a:lvl8pPr>
            <a:lvl9pPr algn="l">
              <a:defRPr sz="1388" b="0">
                <a:solidFill>
                  <a:srgbClr val="586368"/>
                </a:solidFill>
                <a:latin typeface="Noto Sans KR"/>
                <a:ea typeface="Noto Sans KR"/>
                <a:cs typeface="Noto Sans KR"/>
              </a:defRPr>
            </a:lvl9pPr>
          </a:lstStyle>
          <a:p xmlns:a="http://schemas.openxmlformats.org/drawingml/2006/main">
            <a:pPr algn="l">
              <a:lnSpc>
                <a:spcPct val="118000"/>
              </a:lnSpc>
              <a:buNone/>
              <a:defRPr sz="1388" b="0">
                <a:solidFill>
                  <a:srgbClr val="586368"/>
                </a:solidFill>
                <a:latin typeface="Noto Sans KR"/>
                <a:ea typeface="Noto Sans KR"/>
                <a:cs typeface="Noto Sans KR"/>
              </a:defRPr>
            </a:pPr>
            <a:r>
              <a:rPr sz="1388" b="0">
                <a:solidFill>
                  <a:srgbClr val="586368"/>
                </a:solidFill>
                <a:latin typeface="Noto Sans KR"/>
                <a:ea typeface="Noto Sans KR"/>
                <a:cs typeface="Noto Sans KR"/>
              </a:rPr>
              <a:t>예: 1시간 열림은 7회 미만이면 해당 특징 점수 0</a:t>
            </a:r>
          </a:p>
          <a:p xmlns:a="http://schemas.openxmlformats.org/drawingml/2006/main">
            <a:pPr algn="l">
              <a:lnSpc>
                <a:spcPct val="118000"/>
              </a:lnSpc>
              <a:buNone/>
              <a:defRPr sz="1388" b="0">
                <a:solidFill>
                  <a:srgbClr val="586368"/>
                </a:solidFill>
                <a:latin typeface="Noto Sans KR"/>
                <a:ea typeface="Noto Sans KR"/>
                <a:cs typeface="Noto Sans KR"/>
              </a:defRPr>
            </a:pPr>
            <a:r>
              <a:rPr sz="1388" b="0">
                <a:solidFill>
                  <a:srgbClr val="586368"/>
                </a:solidFill>
                <a:latin typeface="Noto Sans KR"/>
                <a:ea typeface="Noto Sans KR"/>
                <a:cs typeface="Noto Sans KR"/>
              </a:rPr>
              <a:t>10·30분 반복 양상과 야간 맥락을 합쳐 최종 판정</a:t>
            </a:r>
          </a:p>
        </p:txBody>
      </p:sp>
      <p:sp>
        <p:nvSpPr>
          <p:cNvPr id="15" name="">
            <a:extLst xmlns:a="http://schemas.openxmlformats.org/drawingml/2006/main">
              <a:ext uri="{FF2B5EF4-FFF2-40B4-BE49-F238E27FC236}">
                <a16:creationId xmlns:a16="http://schemas.microsoft.com/office/drawing/2014/main" id="{22806F80-3FAB-4BC4-A100-CD7A148E024D}"/>
              </a:ext>
            </a:extLst>
          </p:cNvPr>
          <p:cNvSpPr>
            <a:spLocks xmlns:a="http://schemas.openxmlformats.org/drawingml/2006/main" noGrp="1"/>
          </p:cNvSpPr>
          <p:nvPr/>
        </p:nvSpPr>
        <p:spPr>
          <a:xfrm xmlns:a="http://schemas.openxmlformats.org/drawingml/2006/main">
            <a:off x="6810375" y="1828800"/>
            <a:ext cx="0" cy="4114800"/>
          </a:xfrm>
          <a:prstGeom xmlns:a="http://schemas.openxmlformats.org/drawingml/2006/main" prst="line">
            <a:avLst/>
          </a:prstGeom>
          <a:noFill xmlns:a="http://schemas.openxmlformats.org/drawingml/2006/main"/>
          <a:ln xmlns:a="http://schemas.openxmlformats.org/drawingml/2006/main" w="9525">
            <a:solidFill>
              <a:srgbClr val="D6DEE0"/>
            </a:solidFill>
            <a:prstDash val="solid"/>
          </a:ln>
        </p:spPr>
      </p:sp>
      <p:sp>
        <p:nvSpPr>
          <p:cNvPr id="16" name="text">
            <a:extLst xmlns:a="http://schemas.openxmlformats.org/drawingml/2006/main">
              <a:ext uri="{FF2B5EF4-FFF2-40B4-BE49-F238E27FC236}">
                <a16:creationId xmlns:a16="http://schemas.microsoft.com/office/drawing/2014/main" id="{88E11EA2-F7E9-416D-907C-0A86C617C2BE}"/>
              </a:ext>
            </a:extLst>
          </p:cNvPr>
          <p:cNvSpPr>
            <a:spLocks xmlns:a="http://schemas.openxmlformats.org/drawingml/2006/main" noGrp="1"/>
          </p:cNvSpPr>
          <p:nvPr/>
        </p:nvSpPr>
        <p:spPr>
          <a:xfrm xmlns:a="http://schemas.openxmlformats.org/drawingml/2006/main">
            <a:off x="7239000" y="1828800"/>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41719"/>
                </a:solidFill>
                <a:latin typeface="Noto Sans KR"/>
                <a:ea typeface="Noto Sans KR"/>
                <a:cs typeface="Noto Sans KR"/>
              </a:defRPr>
            </a:defPPr>
            <a:lvl1pPr algn="l">
              <a:defRPr sz="1950" b="1">
                <a:solidFill>
                  <a:srgbClr val="141719"/>
                </a:solidFill>
                <a:latin typeface="Noto Sans KR"/>
                <a:ea typeface="Noto Sans KR"/>
                <a:cs typeface="Noto Sans KR"/>
              </a:defRPr>
            </a:lvl1pPr>
            <a:lvl2pPr algn="l">
              <a:defRPr sz="1950" b="1">
                <a:solidFill>
                  <a:srgbClr val="141719"/>
                </a:solidFill>
                <a:latin typeface="Noto Sans KR"/>
                <a:ea typeface="Noto Sans KR"/>
                <a:cs typeface="Noto Sans KR"/>
              </a:defRPr>
            </a:lvl2pPr>
            <a:lvl3pPr algn="l">
              <a:defRPr sz="1950" b="1">
                <a:solidFill>
                  <a:srgbClr val="141719"/>
                </a:solidFill>
                <a:latin typeface="Noto Sans KR"/>
                <a:ea typeface="Noto Sans KR"/>
                <a:cs typeface="Noto Sans KR"/>
              </a:defRPr>
            </a:lvl3pPr>
            <a:lvl4pPr algn="l">
              <a:defRPr sz="1950" b="1">
                <a:solidFill>
                  <a:srgbClr val="141719"/>
                </a:solidFill>
                <a:latin typeface="Noto Sans KR"/>
                <a:ea typeface="Noto Sans KR"/>
                <a:cs typeface="Noto Sans KR"/>
              </a:defRPr>
            </a:lvl4pPr>
            <a:lvl5pPr algn="l">
              <a:defRPr sz="1950" b="1">
                <a:solidFill>
                  <a:srgbClr val="141719"/>
                </a:solidFill>
                <a:latin typeface="Noto Sans KR"/>
                <a:ea typeface="Noto Sans KR"/>
                <a:cs typeface="Noto Sans KR"/>
              </a:defRPr>
            </a:lvl5pPr>
            <a:lvl6pPr algn="l">
              <a:defRPr sz="1950" b="1">
                <a:solidFill>
                  <a:srgbClr val="141719"/>
                </a:solidFill>
                <a:latin typeface="Noto Sans KR"/>
                <a:ea typeface="Noto Sans KR"/>
                <a:cs typeface="Noto Sans KR"/>
              </a:defRPr>
            </a:lvl6pPr>
            <a:lvl7pPr algn="l">
              <a:defRPr sz="1950" b="1">
                <a:solidFill>
                  <a:srgbClr val="141719"/>
                </a:solidFill>
                <a:latin typeface="Noto Sans KR"/>
                <a:ea typeface="Noto Sans KR"/>
                <a:cs typeface="Noto Sans KR"/>
              </a:defRPr>
            </a:lvl7pPr>
            <a:lvl8pPr algn="l">
              <a:defRPr sz="1950" b="1">
                <a:solidFill>
                  <a:srgbClr val="141719"/>
                </a:solidFill>
                <a:latin typeface="Noto Sans KR"/>
                <a:ea typeface="Noto Sans KR"/>
                <a:cs typeface="Noto Sans KR"/>
              </a:defRPr>
            </a:lvl8pPr>
            <a:lvl9pPr algn="l">
              <a:defRPr sz="1950" b="1">
                <a:solidFill>
                  <a:srgbClr val="141719"/>
                </a:solidFill>
                <a:latin typeface="Noto Sans KR"/>
                <a:ea typeface="Noto Sans KR"/>
                <a:cs typeface="Noto Sans KR"/>
              </a:defRPr>
            </a:lvl9pPr>
          </a:lstStyle>
          <a:p xmlns:a="http://schemas.openxmlformats.org/drawingml/2006/main">
            <a:pPr algn="l">
              <a:lnSpc>
                <a:spcPct val="118000"/>
              </a:lnSpc>
              <a:buNone/>
              <a:defRPr sz="1950" b="1">
                <a:solidFill>
                  <a:srgbClr val="141719"/>
                </a:solidFill>
                <a:latin typeface="Noto Sans KR"/>
                <a:ea typeface="Noto Sans KR"/>
                <a:cs typeface="Noto Sans KR"/>
              </a:defRPr>
            </a:pPr>
            <a:r>
              <a:rPr sz="1950" b="1">
                <a:solidFill>
                  <a:srgbClr val="141719"/>
                </a:solidFill>
                <a:latin typeface="Noto Sans KR"/>
                <a:ea typeface="Noto Sans KR"/>
                <a:cs typeface="Noto Sans KR"/>
              </a:rPr>
              <a:t>학습 후에도 Baseline을 유지</a:t>
            </a:r>
          </a:p>
        </p:txBody>
      </p:sp>
      <p:sp>
        <p:nvSpPr>
          <p:cNvPr id="17" name="text">
            <a:extLst xmlns:a="http://schemas.openxmlformats.org/drawingml/2006/main">
              <a:ext uri="{FF2B5EF4-FFF2-40B4-BE49-F238E27FC236}">
                <a16:creationId xmlns:a16="http://schemas.microsoft.com/office/drawing/2014/main" id="{18DEBC45-E175-46FB-BA9D-8B44D6854088}"/>
              </a:ext>
            </a:extLst>
          </p:cNvPr>
          <p:cNvSpPr>
            <a:spLocks xmlns:a="http://schemas.openxmlformats.org/drawingml/2006/main" noGrp="1"/>
          </p:cNvSpPr>
          <p:nvPr/>
        </p:nvSpPr>
        <p:spPr>
          <a:xfrm xmlns:a="http://schemas.openxmlformats.org/drawingml/2006/main">
            <a:off x="7239000" y="2209800"/>
            <a:ext cx="571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0">
                <a:solidFill>
                  <a:srgbClr val="586368"/>
                </a:solidFill>
                <a:latin typeface="Noto Sans KR"/>
                <a:ea typeface="Noto Sans KR"/>
                <a:cs typeface="Noto Sans KR"/>
              </a:defRPr>
            </a:defPPr>
            <a:lvl1pPr algn="l">
              <a:defRPr sz="1388" b="0">
                <a:solidFill>
                  <a:srgbClr val="586368"/>
                </a:solidFill>
                <a:latin typeface="Noto Sans KR"/>
                <a:ea typeface="Noto Sans KR"/>
                <a:cs typeface="Noto Sans KR"/>
              </a:defRPr>
            </a:lvl1pPr>
            <a:lvl2pPr algn="l">
              <a:defRPr sz="1388" b="0">
                <a:solidFill>
                  <a:srgbClr val="586368"/>
                </a:solidFill>
                <a:latin typeface="Noto Sans KR"/>
                <a:ea typeface="Noto Sans KR"/>
                <a:cs typeface="Noto Sans KR"/>
              </a:defRPr>
            </a:lvl2pPr>
            <a:lvl3pPr algn="l">
              <a:defRPr sz="1388" b="0">
                <a:solidFill>
                  <a:srgbClr val="586368"/>
                </a:solidFill>
                <a:latin typeface="Noto Sans KR"/>
                <a:ea typeface="Noto Sans KR"/>
                <a:cs typeface="Noto Sans KR"/>
              </a:defRPr>
            </a:lvl3pPr>
            <a:lvl4pPr algn="l">
              <a:defRPr sz="1388" b="0">
                <a:solidFill>
                  <a:srgbClr val="586368"/>
                </a:solidFill>
                <a:latin typeface="Noto Sans KR"/>
                <a:ea typeface="Noto Sans KR"/>
                <a:cs typeface="Noto Sans KR"/>
              </a:defRPr>
            </a:lvl4pPr>
            <a:lvl5pPr algn="l">
              <a:defRPr sz="1388" b="0">
                <a:solidFill>
                  <a:srgbClr val="586368"/>
                </a:solidFill>
                <a:latin typeface="Noto Sans KR"/>
                <a:ea typeface="Noto Sans KR"/>
                <a:cs typeface="Noto Sans KR"/>
              </a:defRPr>
            </a:lvl5pPr>
            <a:lvl6pPr algn="l">
              <a:defRPr sz="1388" b="0">
                <a:solidFill>
                  <a:srgbClr val="586368"/>
                </a:solidFill>
                <a:latin typeface="Noto Sans KR"/>
                <a:ea typeface="Noto Sans KR"/>
                <a:cs typeface="Noto Sans KR"/>
              </a:defRPr>
            </a:lvl6pPr>
            <a:lvl7pPr algn="l">
              <a:defRPr sz="1388" b="0">
                <a:solidFill>
                  <a:srgbClr val="586368"/>
                </a:solidFill>
                <a:latin typeface="Noto Sans KR"/>
                <a:ea typeface="Noto Sans KR"/>
                <a:cs typeface="Noto Sans KR"/>
              </a:defRPr>
            </a:lvl7pPr>
            <a:lvl8pPr algn="l">
              <a:defRPr sz="1388" b="0">
                <a:solidFill>
                  <a:srgbClr val="586368"/>
                </a:solidFill>
                <a:latin typeface="Noto Sans KR"/>
                <a:ea typeface="Noto Sans KR"/>
                <a:cs typeface="Noto Sans KR"/>
              </a:defRPr>
            </a:lvl8pPr>
            <a:lvl9pPr algn="l">
              <a:defRPr sz="1388" b="0">
                <a:solidFill>
                  <a:srgbClr val="586368"/>
                </a:solidFill>
                <a:latin typeface="Noto Sans KR"/>
                <a:ea typeface="Noto Sans KR"/>
                <a:cs typeface="Noto Sans KR"/>
              </a:defRPr>
            </a:lvl9pPr>
          </a:lstStyle>
          <a:p xmlns:a="http://schemas.openxmlformats.org/drawingml/2006/main">
            <a:pPr algn="l">
              <a:lnSpc>
                <a:spcPct val="118000"/>
              </a:lnSpc>
              <a:buNone/>
              <a:defRPr sz="1388" b="0">
                <a:solidFill>
                  <a:srgbClr val="586368"/>
                </a:solidFill>
                <a:latin typeface="Noto Sans KR"/>
                <a:ea typeface="Noto Sans KR"/>
                <a:cs typeface="Noto Sans KR"/>
              </a:defRPr>
            </a:pPr>
            <a:r>
              <a:rPr sz="1388" b="0">
                <a:solidFill>
                  <a:srgbClr val="586368"/>
                </a:solidFill>
                <a:latin typeface="Noto Sans KR"/>
                <a:ea typeface="Noto Sans KR"/>
                <a:cs typeface="Noto Sans KR"/>
              </a:rPr>
              <a:t>같은 54개 특징을 서로 다른 관점에서 검사</a:t>
            </a:r>
          </a:p>
        </p:txBody>
      </p:sp>
      <p:sp>
        <p:nvSpPr>
          <p:cNvPr id="18" name="process-Baseline">
            <a:extLst xmlns:a="http://schemas.openxmlformats.org/drawingml/2006/main">
              <a:ext uri="{FF2B5EF4-FFF2-40B4-BE49-F238E27FC236}">
                <a16:creationId xmlns:a16="http://schemas.microsoft.com/office/drawing/2014/main" id="{3313FE6F-602D-41F0-89FE-2DAE99628E44}"/>
              </a:ext>
            </a:extLst>
          </p:cNvPr>
          <p:cNvSpPr>
            <a:spLocks xmlns:a="http://schemas.openxmlformats.org/drawingml/2006/main" noGrp="1"/>
          </p:cNvSpPr>
          <p:nvPr/>
        </p:nvSpPr>
        <p:spPr>
          <a:xfrm xmlns:a="http://schemas.openxmlformats.org/drawingml/2006/main">
            <a:off x="7239000" y="2638425"/>
            <a:ext cx="2143125" cy="647700"/>
          </a:xfrm>
          <a:prstGeom xmlns:a="http://schemas.openxmlformats.org/drawingml/2006/main" prst="rect">
            <a:avLst/>
          </a:prstGeom>
          <a:solidFill xmlns:a="http://schemas.openxmlformats.org/drawingml/2006/main">
            <a:srgbClr val="DDF1EA"/>
          </a:solidFill>
          <a:ln xmlns:a="http://schemas.openxmlformats.org/drawingml/2006/main" w="11430">
            <a:solidFill>
              <a:srgbClr val="00877E"/>
            </a:solidFill>
            <a:prstDash val="solid"/>
          </a:ln>
        </p:spPr>
      </p:sp>
      <p:sp>
        <p:nvSpPr>
          <p:cNvPr id="19" name="text">
            <a:extLst xmlns:a="http://schemas.openxmlformats.org/drawingml/2006/main">
              <a:ext uri="{FF2B5EF4-FFF2-40B4-BE49-F238E27FC236}">
                <a16:creationId xmlns:a16="http://schemas.microsoft.com/office/drawing/2014/main" id="{CC7759D4-FBD0-41F8-8AF0-32B538128DB4}"/>
              </a:ext>
            </a:extLst>
          </p:cNvPr>
          <p:cNvSpPr>
            <a:spLocks xmlns:a="http://schemas.openxmlformats.org/drawingml/2006/main" noGrp="1"/>
          </p:cNvSpPr>
          <p:nvPr/>
        </p:nvSpPr>
        <p:spPr>
          <a:xfrm xmlns:a="http://schemas.openxmlformats.org/drawingml/2006/main">
            <a:off x="7334250" y="2686050"/>
            <a:ext cx="1952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1">
                <a:solidFill>
                  <a:srgbClr val="141719"/>
                </a:solidFill>
                <a:latin typeface="Noto Sans KR"/>
                <a:ea typeface="Noto Sans KR"/>
                <a:cs typeface="Noto Sans KR"/>
              </a:defRPr>
            </a:defPPr>
            <a:lvl1pPr algn="ctr">
              <a:defRPr sz="1500" b="1">
                <a:solidFill>
                  <a:srgbClr val="141719"/>
                </a:solidFill>
                <a:latin typeface="Noto Sans KR"/>
                <a:ea typeface="Noto Sans KR"/>
                <a:cs typeface="Noto Sans KR"/>
              </a:defRPr>
            </a:lvl1pPr>
            <a:lvl2pPr algn="ctr">
              <a:defRPr sz="1500" b="1">
                <a:solidFill>
                  <a:srgbClr val="141719"/>
                </a:solidFill>
                <a:latin typeface="Noto Sans KR"/>
                <a:ea typeface="Noto Sans KR"/>
                <a:cs typeface="Noto Sans KR"/>
              </a:defRPr>
            </a:lvl2pPr>
            <a:lvl3pPr algn="ctr">
              <a:defRPr sz="1500" b="1">
                <a:solidFill>
                  <a:srgbClr val="141719"/>
                </a:solidFill>
                <a:latin typeface="Noto Sans KR"/>
                <a:ea typeface="Noto Sans KR"/>
                <a:cs typeface="Noto Sans KR"/>
              </a:defRPr>
            </a:lvl3pPr>
            <a:lvl4pPr algn="ctr">
              <a:defRPr sz="1500" b="1">
                <a:solidFill>
                  <a:srgbClr val="141719"/>
                </a:solidFill>
                <a:latin typeface="Noto Sans KR"/>
                <a:ea typeface="Noto Sans KR"/>
                <a:cs typeface="Noto Sans KR"/>
              </a:defRPr>
            </a:lvl4pPr>
            <a:lvl5pPr algn="ctr">
              <a:defRPr sz="1500" b="1">
                <a:solidFill>
                  <a:srgbClr val="141719"/>
                </a:solidFill>
                <a:latin typeface="Noto Sans KR"/>
                <a:ea typeface="Noto Sans KR"/>
                <a:cs typeface="Noto Sans KR"/>
              </a:defRPr>
            </a:lvl5pPr>
            <a:lvl6pPr algn="ctr">
              <a:defRPr sz="1500" b="1">
                <a:solidFill>
                  <a:srgbClr val="141719"/>
                </a:solidFill>
                <a:latin typeface="Noto Sans KR"/>
                <a:ea typeface="Noto Sans KR"/>
                <a:cs typeface="Noto Sans KR"/>
              </a:defRPr>
            </a:lvl6pPr>
            <a:lvl7pPr algn="ctr">
              <a:defRPr sz="1500" b="1">
                <a:solidFill>
                  <a:srgbClr val="141719"/>
                </a:solidFill>
                <a:latin typeface="Noto Sans KR"/>
                <a:ea typeface="Noto Sans KR"/>
                <a:cs typeface="Noto Sans KR"/>
              </a:defRPr>
            </a:lvl7pPr>
            <a:lvl8pPr algn="ctr">
              <a:defRPr sz="1500" b="1">
                <a:solidFill>
                  <a:srgbClr val="141719"/>
                </a:solidFill>
                <a:latin typeface="Noto Sans KR"/>
                <a:ea typeface="Noto Sans KR"/>
                <a:cs typeface="Noto Sans KR"/>
              </a:defRPr>
            </a:lvl8pPr>
            <a:lvl9pPr algn="ctr">
              <a:defRPr sz="1500" b="1">
                <a:solidFill>
                  <a:srgbClr val="141719"/>
                </a:solidFill>
                <a:latin typeface="Noto Sans KR"/>
                <a:ea typeface="Noto Sans KR"/>
                <a:cs typeface="Noto Sans KR"/>
              </a:defRPr>
            </a:lvl9pPr>
          </a:lstStyle>
          <a:p xmlns:a="http://schemas.openxmlformats.org/drawingml/2006/main">
            <a:pPr algn="ctr">
              <a:lnSpc>
                <a:spcPct val="118000"/>
              </a:lnSpc>
              <a:buNone/>
              <a:defRPr sz="1500" b="1">
                <a:solidFill>
                  <a:srgbClr val="141719"/>
                </a:solidFill>
                <a:latin typeface="Noto Sans KR"/>
                <a:ea typeface="Noto Sans KR"/>
                <a:cs typeface="Noto Sans KR"/>
              </a:defRPr>
            </a:pPr>
            <a:r>
              <a:rPr sz="1500" b="1">
                <a:solidFill>
                  <a:srgbClr val="141719"/>
                </a:solidFill>
                <a:latin typeface="Noto Sans KR"/>
                <a:ea typeface="Noto Sans KR"/>
                <a:cs typeface="Noto Sans KR"/>
              </a:rPr>
              <a:t>Baseline</a:t>
            </a:r>
          </a:p>
        </p:txBody>
      </p:sp>
      <p:sp>
        <p:nvSpPr>
          <p:cNvPr id="20" name="text">
            <a:extLst xmlns:a="http://schemas.openxmlformats.org/drawingml/2006/main">
              <a:ext uri="{FF2B5EF4-FFF2-40B4-BE49-F238E27FC236}">
                <a16:creationId xmlns:a16="http://schemas.microsoft.com/office/drawing/2014/main" id="{FEDE79F6-BDA2-44BD-8FC7-21149D3316E5}"/>
              </a:ext>
            </a:extLst>
          </p:cNvPr>
          <p:cNvSpPr>
            <a:spLocks xmlns:a="http://schemas.openxmlformats.org/drawingml/2006/main" noGrp="1"/>
          </p:cNvSpPr>
          <p:nvPr/>
        </p:nvSpPr>
        <p:spPr>
          <a:xfrm xmlns:a="http://schemas.openxmlformats.org/drawingml/2006/main">
            <a:off x="7334250" y="2962275"/>
            <a:ext cx="1952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88" b="0">
                <a:solidFill>
                  <a:srgbClr val="586368"/>
                </a:solidFill>
                <a:latin typeface="Noto Sans KR"/>
                <a:ea typeface="Noto Sans KR"/>
                <a:cs typeface="Noto Sans KR"/>
              </a:defRPr>
            </a:defPPr>
            <a:lvl1pPr algn="ctr">
              <a:defRPr sz="1088" b="0">
                <a:solidFill>
                  <a:srgbClr val="586368"/>
                </a:solidFill>
                <a:latin typeface="Noto Sans KR"/>
                <a:ea typeface="Noto Sans KR"/>
                <a:cs typeface="Noto Sans KR"/>
              </a:defRPr>
            </a:lvl1pPr>
            <a:lvl2pPr algn="ctr">
              <a:defRPr sz="1088" b="0">
                <a:solidFill>
                  <a:srgbClr val="586368"/>
                </a:solidFill>
                <a:latin typeface="Noto Sans KR"/>
                <a:ea typeface="Noto Sans KR"/>
                <a:cs typeface="Noto Sans KR"/>
              </a:defRPr>
            </a:lvl2pPr>
            <a:lvl3pPr algn="ctr">
              <a:defRPr sz="1088" b="0">
                <a:solidFill>
                  <a:srgbClr val="586368"/>
                </a:solidFill>
                <a:latin typeface="Noto Sans KR"/>
                <a:ea typeface="Noto Sans KR"/>
                <a:cs typeface="Noto Sans KR"/>
              </a:defRPr>
            </a:lvl3pPr>
            <a:lvl4pPr algn="ctr">
              <a:defRPr sz="1088" b="0">
                <a:solidFill>
                  <a:srgbClr val="586368"/>
                </a:solidFill>
                <a:latin typeface="Noto Sans KR"/>
                <a:ea typeface="Noto Sans KR"/>
                <a:cs typeface="Noto Sans KR"/>
              </a:defRPr>
            </a:lvl4pPr>
            <a:lvl5pPr algn="ctr">
              <a:defRPr sz="1088" b="0">
                <a:solidFill>
                  <a:srgbClr val="586368"/>
                </a:solidFill>
                <a:latin typeface="Noto Sans KR"/>
                <a:ea typeface="Noto Sans KR"/>
                <a:cs typeface="Noto Sans KR"/>
              </a:defRPr>
            </a:lvl5pPr>
            <a:lvl6pPr algn="ctr">
              <a:defRPr sz="1088" b="0">
                <a:solidFill>
                  <a:srgbClr val="586368"/>
                </a:solidFill>
                <a:latin typeface="Noto Sans KR"/>
                <a:ea typeface="Noto Sans KR"/>
                <a:cs typeface="Noto Sans KR"/>
              </a:defRPr>
            </a:lvl6pPr>
            <a:lvl7pPr algn="ctr">
              <a:defRPr sz="1088" b="0">
                <a:solidFill>
                  <a:srgbClr val="586368"/>
                </a:solidFill>
                <a:latin typeface="Noto Sans KR"/>
                <a:ea typeface="Noto Sans KR"/>
                <a:cs typeface="Noto Sans KR"/>
              </a:defRPr>
            </a:lvl7pPr>
            <a:lvl8pPr algn="ctr">
              <a:defRPr sz="1088" b="0">
                <a:solidFill>
                  <a:srgbClr val="586368"/>
                </a:solidFill>
                <a:latin typeface="Noto Sans KR"/>
                <a:ea typeface="Noto Sans KR"/>
                <a:cs typeface="Noto Sans KR"/>
              </a:defRPr>
            </a:lvl8pPr>
            <a:lvl9pPr algn="ctr">
              <a:defRPr sz="1088" b="0">
                <a:solidFill>
                  <a:srgbClr val="586368"/>
                </a:solidFill>
                <a:latin typeface="Noto Sans KR"/>
                <a:ea typeface="Noto Sans KR"/>
                <a:cs typeface="Noto Sans KR"/>
              </a:defRPr>
            </a:lvl9pPr>
          </a:lstStyle>
          <a:p xmlns:a="http://schemas.openxmlformats.org/drawingml/2006/main">
            <a:pPr algn="ctr">
              <a:lnSpc>
                <a:spcPct val="118000"/>
              </a:lnSpc>
              <a:buNone/>
              <a:defRPr sz="1088" b="0">
                <a:solidFill>
                  <a:srgbClr val="586368"/>
                </a:solidFill>
                <a:latin typeface="Noto Sans KR"/>
                <a:ea typeface="Noto Sans KR"/>
                <a:cs typeface="Noto Sans KR"/>
              </a:defRPr>
            </a:pPr>
            <a:r>
              <a:rPr sz="1088" b="0">
                <a:solidFill>
                  <a:srgbClr val="586368"/>
                </a:solidFill>
                <a:latin typeface="Noto Sans KR"/>
                <a:ea typeface="Noto Sans KR"/>
                <a:cs typeface="Noto Sans KR"/>
              </a:rPr>
              <a:t>분위수·IQR + 최소 횟수</a:t>
            </a:r>
          </a:p>
        </p:txBody>
      </p:sp>
      <p:sp>
        <p:nvSpPr>
          <p:cNvPr id="21" name="text">
            <a:extLst xmlns:a="http://schemas.openxmlformats.org/drawingml/2006/main">
              <a:ext uri="{FF2B5EF4-FFF2-40B4-BE49-F238E27FC236}">
                <a16:creationId xmlns:a16="http://schemas.microsoft.com/office/drawing/2014/main" id="{9E9C2D81-382C-4118-81AD-0DA4B07E22F4}"/>
              </a:ext>
            </a:extLst>
          </p:cNvPr>
          <p:cNvSpPr>
            <a:spLocks xmlns:a="http://schemas.openxmlformats.org/drawingml/2006/main" noGrp="1"/>
          </p:cNvSpPr>
          <p:nvPr/>
        </p:nvSpPr>
        <p:spPr>
          <a:xfrm xmlns:a="http://schemas.openxmlformats.org/drawingml/2006/main">
            <a:off x="9620250" y="2714625"/>
            <a:ext cx="3333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86368"/>
                </a:solidFill>
                <a:latin typeface="Noto Sans KR"/>
                <a:ea typeface="Noto Sans KR"/>
                <a:cs typeface="Noto Sans KR"/>
              </a:defRPr>
            </a:defPPr>
            <a:lvl1pPr algn="l">
              <a:defRPr sz="1350" b="0">
                <a:solidFill>
                  <a:srgbClr val="586368"/>
                </a:solidFill>
                <a:latin typeface="Noto Sans KR"/>
                <a:ea typeface="Noto Sans KR"/>
                <a:cs typeface="Noto Sans KR"/>
              </a:defRPr>
            </a:lvl1pPr>
            <a:lvl2pPr algn="l">
              <a:defRPr sz="1350" b="0">
                <a:solidFill>
                  <a:srgbClr val="586368"/>
                </a:solidFill>
                <a:latin typeface="Noto Sans KR"/>
                <a:ea typeface="Noto Sans KR"/>
                <a:cs typeface="Noto Sans KR"/>
              </a:defRPr>
            </a:lvl2pPr>
            <a:lvl3pPr algn="l">
              <a:defRPr sz="1350" b="0">
                <a:solidFill>
                  <a:srgbClr val="586368"/>
                </a:solidFill>
                <a:latin typeface="Noto Sans KR"/>
                <a:ea typeface="Noto Sans KR"/>
                <a:cs typeface="Noto Sans KR"/>
              </a:defRPr>
            </a:lvl3pPr>
            <a:lvl4pPr algn="l">
              <a:defRPr sz="1350" b="0">
                <a:solidFill>
                  <a:srgbClr val="586368"/>
                </a:solidFill>
                <a:latin typeface="Noto Sans KR"/>
                <a:ea typeface="Noto Sans KR"/>
                <a:cs typeface="Noto Sans KR"/>
              </a:defRPr>
            </a:lvl4pPr>
            <a:lvl5pPr algn="l">
              <a:defRPr sz="1350" b="0">
                <a:solidFill>
                  <a:srgbClr val="586368"/>
                </a:solidFill>
                <a:latin typeface="Noto Sans KR"/>
                <a:ea typeface="Noto Sans KR"/>
                <a:cs typeface="Noto Sans KR"/>
              </a:defRPr>
            </a:lvl5pPr>
            <a:lvl6pPr algn="l">
              <a:defRPr sz="1350" b="0">
                <a:solidFill>
                  <a:srgbClr val="586368"/>
                </a:solidFill>
                <a:latin typeface="Noto Sans KR"/>
                <a:ea typeface="Noto Sans KR"/>
                <a:cs typeface="Noto Sans KR"/>
              </a:defRPr>
            </a:lvl6pPr>
            <a:lvl7pPr algn="l">
              <a:defRPr sz="1350" b="0">
                <a:solidFill>
                  <a:srgbClr val="586368"/>
                </a:solidFill>
                <a:latin typeface="Noto Sans KR"/>
                <a:ea typeface="Noto Sans KR"/>
                <a:cs typeface="Noto Sans KR"/>
              </a:defRPr>
            </a:lvl7pPr>
            <a:lvl8pPr algn="l">
              <a:defRPr sz="1350" b="0">
                <a:solidFill>
                  <a:srgbClr val="586368"/>
                </a:solidFill>
                <a:latin typeface="Noto Sans KR"/>
                <a:ea typeface="Noto Sans KR"/>
                <a:cs typeface="Noto Sans KR"/>
              </a:defRPr>
            </a:lvl8pPr>
            <a:lvl9pPr algn="l">
              <a:defRPr sz="1350" b="0">
                <a:solidFill>
                  <a:srgbClr val="586368"/>
                </a:solidFill>
                <a:latin typeface="Noto Sans KR"/>
                <a:ea typeface="Noto Sans KR"/>
                <a:cs typeface="Noto Sans KR"/>
              </a:defRPr>
            </a:lvl9pPr>
          </a:lstStyle>
          <a:p xmlns:a="http://schemas.openxmlformats.org/drawingml/2006/main">
            <a:pPr algn="l">
              <a:lnSpc>
                <a:spcPct val="118000"/>
              </a:lnSpc>
              <a:buNone/>
              <a:defRPr sz="1350" b="0">
                <a:solidFill>
                  <a:srgbClr val="586368"/>
                </a:solidFill>
                <a:latin typeface="Noto Sans KR"/>
                <a:ea typeface="Noto Sans KR"/>
                <a:cs typeface="Noto Sans KR"/>
              </a:defRPr>
            </a:pPr>
            <a:r>
              <a:rPr sz="1350" b="0">
                <a:solidFill>
                  <a:srgbClr val="586368"/>
                </a:solidFill>
                <a:latin typeface="Noto Sans KR"/>
                <a:ea typeface="Noto Sans KR"/>
                <a:cs typeface="Noto Sans KR"/>
              </a:rPr>
              <a:t>설명 가능한 반복 규칙</a:t>
            </a:r>
          </a:p>
          <a:p xmlns:a="http://schemas.openxmlformats.org/drawingml/2006/main">
            <a:pPr algn="l">
              <a:lnSpc>
                <a:spcPct val="118000"/>
              </a:lnSpc>
              <a:buNone/>
              <a:defRPr sz="1350" b="0">
                <a:solidFill>
                  <a:srgbClr val="586368"/>
                </a:solidFill>
                <a:latin typeface="Noto Sans KR"/>
                <a:ea typeface="Noto Sans KR"/>
                <a:cs typeface="Noto Sans KR"/>
              </a:defRPr>
            </a:pPr>
            <a:r>
              <a:rPr sz="1350" b="0">
                <a:solidFill>
                  <a:srgbClr val="586368"/>
                </a:solidFill>
                <a:latin typeface="Noto Sans KR"/>
                <a:ea typeface="Noto Sans KR"/>
                <a:cs typeface="Noto Sans KR"/>
              </a:rPr>
              <a:t>모델이 없거나 실패하면 유지</a:t>
            </a:r>
          </a:p>
        </p:txBody>
      </p:sp>
      <p:sp>
        <p:nvSpPr>
          <p:cNvPr id="22" name="process-Isolation Forest">
            <a:extLst xmlns:a="http://schemas.openxmlformats.org/drawingml/2006/main">
              <a:ext uri="{FF2B5EF4-FFF2-40B4-BE49-F238E27FC236}">
                <a16:creationId xmlns:a16="http://schemas.microsoft.com/office/drawing/2014/main" id="{6871F81F-331D-4064-B991-6F4C7A40D79A}"/>
              </a:ext>
            </a:extLst>
          </p:cNvPr>
          <p:cNvSpPr>
            <a:spLocks xmlns:a="http://schemas.openxmlformats.org/drawingml/2006/main" noGrp="1"/>
          </p:cNvSpPr>
          <p:nvPr/>
        </p:nvSpPr>
        <p:spPr>
          <a:xfrm xmlns:a="http://schemas.openxmlformats.org/drawingml/2006/main">
            <a:off x="7239000" y="3419475"/>
            <a:ext cx="2143125" cy="647700"/>
          </a:xfrm>
          <a:prstGeom xmlns:a="http://schemas.openxmlformats.org/drawingml/2006/main" prst="rect">
            <a:avLst/>
          </a:prstGeom>
          <a:solidFill xmlns:a="http://schemas.openxmlformats.org/drawingml/2006/main">
            <a:srgbClr val="FFFFFF"/>
          </a:solidFill>
          <a:ln xmlns:a="http://schemas.openxmlformats.org/drawingml/2006/main" w="11430">
            <a:solidFill>
              <a:srgbClr val="2B76B7"/>
            </a:solidFill>
            <a:prstDash val="solid"/>
          </a:ln>
        </p:spPr>
      </p:sp>
      <p:sp>
        <p:nvSpPr>
          <p:cNvPr id="23" name="text">
            <a:extLst xmlns:a="http://schemas.openxmlformats.org/drawingml/2006/main">
              <a:ext uri="{FF2B5EF4-FFF2-40B4-BE49-F238E27FC236}">
                <a16:creationId xmlns:a16="http://schemas.microsoft.com/office/drawing/2014/main" id="{C2DA6DEA-9856-4611-9DCD-5B286B819859}"/>
              </a:ext>
            </a:extLst>
          </p:cNvPr>
          <p:cNvSpPr>
            <a:spLocks xmlns:a="http://schemas.openxmlformats.org/drawingml/2006/main" noGrp="1"/>
          </p:cNvSpPr>
          <p:nvPr/>
        </p:nvSpPr>
        <p:spPr>
          <a:xfrm xmlns:a="http://schemas.openxmlformats.org/drawingml/2006/main">
            <a:off x="7334250" y="3467100"/>
            <a:ext cx="1952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1">
                <a:solidFill>
                  <a:srgbClr val="141719"/>
                </a:solidFill>
                <a:latin typeface="Noto Sans KR"/>
                <a:ea typeface="Noto Sans KR"/>
                <a:cs typeface="Noto Sans KR"/>
              </a:defRPr>
            </a:defPPr>
            <a:lvl1pPr algn="ctr">
              <a:defRPr sz="1500" b="1">
                <a:solidFill>
                  <a:srgbClr val="141719"/>
                </a:solidFill>
                <a:latin typeface="Noto Sans KR"/>
                <a:ea typeface="Noto Sans KR"/>
                <a:cs typeface="Noto Sans KR"/>
              </a:defRPr>
            </a:lvl1pPr>
            <a:lvl2pPr algn="ctr">
              <a:defRPr sz="1500" b="1">
                <a:solidFill>
                  <a:srgbClr val="141719"/>
                </a:solidFill>
                <a:latin typeface="Noto Sans KR"/>
                <a:ea typeface="Noto Sans KR"/>
                <a:cs typeface="Noto Sans KR"/>
              </a:defRPr>
            </a:lvl2pPr>
            <a:lvl3pPr algn="ctr">
              <a:defRPr sz="1500" b="1">
                <a:solidFill>
                  <a:srgbClr val="141719"/>
                </a:solidFill>
                <a:latin typeface="Noto Sans KR"/>
                <a:ea typeface="Noto Sans KR"/>
                <a:cs typeface="Noto Sans KR"/>
              </a:defRPr>
            </a:lvl3pPr>
            <a:lvl4pPr algn="ctr">
              <a:defRPr sz="1500" b="1">
                <a:solidFill>
                  <a:srgbClr val="141719"/>
                </a:solidFill>
                <a:latin typeface="Noto Sans KR"/>
                <a:ea typeface="Noto Sans KR"/>
                <a:cs typeface="Noto Sans KR"/>
              </a:defRPr>
            </a:lvl4pPr>
            <a:lvl5pPr algn="ctr">
              <a:defRPr sz="1500" b="1">
                <a:solidFill>
                  <a:srgbClr val="141719"/>
                </a:solidFill>
                <a:latin typeface="Noto Sans KR"/>
                <a:ea typeface="Noto Sans KR"/>
                <a:cs typeface="Noto Sans KR"/>
              </a:defRPr>
            </a:lvl5pPr>
            <a:lvl6pPr algn="ctr">
              <a:defRPr sz="1500" b="1">
                <a:solidFill>
                  <a:srgbClr val="141719"/>
                </a:solidFill>
                <a:latin typeface="Noto Sans KR"/>
                <a:ea typeface="Noto Sans KR"/>
                <a:cs typeface="Noto Sans KR"/>
              </a:defRPr>
            </a:lvl6pPr>
            <a:lvl7pPr algn="ctr">
              <a:defRPr sz="1500" b="1">
                <a:solidFill>
                  <a:srgbClr val="141719"/>
                </a:solidFill>
                <a:latin typeface="Noto Sans KR"/>
                <a:ea typeface="Noto Sans KR"/>
                <a:cs typeface="Noto Sans KR"/>
              </a:defRPr>
            </a:lvl7pPr>
            <a:lvl8pPr algn="ctr">
              <a:defRPr sz="1500" b="1">
                <a:solidFill>
                  <a:srgbClr val="141719"/>
                </a:solidFill>
                <a:latin typeface="Noto Sans KR"/>
                <a:ea typeface="Noto Sans KR"/>
                <a:cs typeface="Noto Sans KR"/>
              </a:defRPr>
            </a:lvl8pPr>
            <a:lvl9pPr algn="ctr">
              <a:defRPr sz="1500" b="1">
                <a:solidFill>
                  <a:srgbClr val="141719"/>
                </a:solidFill>
                <a:latin typeface="Noto Sans KR"/>
                <a:ea typeface="Noto Sans KR"/>
                <a:cs typeface="Noto Sans KR"/>
              </a:defRPr>
            </a:lvl9pPr>
          </a:lstStyle>
          <a:p xmlns:a="http://schemas.openxmlformats.org/drawingml/2006/main">
            <a:pPr algn="ctr">
              <a:lnSpc>
                <a:spcPct val="118000"/>
              </a:lnSpc>
              <a:buNone/>
              <a:defRPr sz="1500" b="1">
                <a:solidFill>
                  <a:srgbClr val="141719"/>
                </a:solidFill>
                <a:latin typeface="Noto Sans KR"/>
                <a:ea typeface="Noto Sans KR"/>
                <a:cs typeface="Noto Sans KR"/>
              </a:defRPr>
            </a:pPr>
            <a:r>
              <a:rPr sz="1500" b="1">
                <a:solidFill>
                  <a:srgbClr val="141719"/>
                </a:solidFill>
                <a:latin typeface="Noto Sans KR"/>
                <a:ea typeface="Noto Sans KR"/>
                <a:cs typeface="Noto Sans KR"/>
              </a:rPr>
              <a:t>Isolation Forest</a:t>
            </a:r>
          </a:p>
        </p:txBody>
      </p:sp>
      <p:sp>
        <p:nvSpPr>
          <p:cNvPr id="24" name="text">
            <a:extLst xmlns:a="http://schemas.openxmlformats.org/drawingml/2006/main">
              <a:ext uri="{FF2B5EF4-FFF2-40B4-BE49-F238E27FC236}">
                <a16:creationId xmlns:a16="http://schemas.microsoft.com/office/drawing/2014/main" id="{5DF32C54-FC80-4C90-8E66-80EBB6AECB37}"/>
              </a:ext>
            </a:extLst>
          </p:cNvPr>
          <p:cNvSpPr>
            <a:spLocks xmlns:a="http://schemas.openxmlformats.org/drawingml/2006/main" noGrp="1"/>
          </p:cNvSpPr>
          <p:nvPr/>
        </p:nvSpPr>
        <p:spPr>
          <a:xfrm xmlns:a="http://schemas.openxmlformats.org/drawingml/2006/main">
            <a:off x="7334250" y="3743325"/>
            <a:ext cx="1952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88" b="0">
                <a:solidFill>
                  <a:srgbClr val="586368"/>
                </a:solidFill>
                <a:latin typeface="Noto Sans KR"/>
                <a:ea typeface="Noto Sans KR"/>
                <a:cs typeface="Noto Sans KR"/>
              </a:defRPr>
            </a:defPPr>
            <a:lvl1pPr algn="ctr">
              <a:defRPr sz="1088" b="0">
                <a:solidFill>
                  <a:srgbClr val="586368"/>
                </a:solidFill>
                <a:latin typeface="Noto Sans KR"/>
                <a:ea typeface="Noto Sans KR"/>
                <a:cs typeface="Noto Sans KR"/>
              </a:defRPr>
            </a:lvl1pPr>
            <a:lvl2pPr algn="ctr">
              <a:defRPr sz="1088" b="0">
                <a:solidFill>
                  <a:srgbClr val="586368"/>
                </a:solidFill>
                <a:latin typeface="Noto Sans KR"/>
                <a:ea typeface="Noto Sans KR"/>
                <a:cs typeface="Noto Sans KR"/>
              </a:defRPr>
            </a:lvl2pPr>
            <a:lvl3pPr algn="ctr">
              <a:defRPr sz="1088" b="0">
                <a:solidFill>
                  <a:srgbClr val="586368"/>
                </a:solidFill>
                <a:latin typeface="Noto Sans KR"/>
                <a:ea typeface="Noto Sans KR"/>
                <a:cs typeface="Noto Sans KR"/>
              </a:defRPr>
            </a:lvl3pPr>
            <a:lvl4pPr algn="ctr">
              <a:defRPr sz="1088" b="0">
                <a:solidFill>
                  <a:srgbClr val="586368"/>
                </a:solidFill>
                <a:latin typeface="Noto Sans KR"/>
                <a:ea typeface="Noto Sans KR"/>
                <a:cs typeface="Noto Sans KR"/>
              </a:defRPr>
            </a:lvl4pPr>
            <a:lvl5pPr algn="ctr">
              <a:defRPr sz="1088" b="0">
                <a:solidFill>
                  <a:srgbClr val="586368"/>
                </a:solidFill>
                <a:latin typeface="Noto Sans KR"/>
                <a:ea typeface="Noto Sans KR"/>
                <a:cs typeface="Noto Sans KR"/>
              </a:defRPr>
            </a:lvl5pPr>
            <a:lvl6pPr algn="ctr">
              <a:defRPr sz="1088" b="0">
                <a:solidFill>
                  <a:srgbClr val="586368"/>
                </a:solidFill>
                <a:latin typeface="Noto Sans KR"/>
                <a:ea typeface="Noto Sans KR"/>
                <a:cs typeface="Noto Sans KR"/>
              </a:defRPr>
            </a:lvl6pPr>
            <a:lvl7pPr algn="ctr">
              <a:defRPr sz="1088" b="0">
                <a:solidFill>
                  <a:srgbClr val="586368"/>
                </a:solidFill>
                <a:latin typeface="Noto Sans KR"/>
                <a:ea typeface="Noto Sans KR"/>
                <a:cs typeface="Noto Sans KR"/>
              </a:defRPr>
            </a:lvl7pPr>
            <a:lvl8pPr algn="ctr">
              <a:defRPr sz="1088" b="0">
                <a:solidFill>
                  <a:srgbClr val="586368"/>
                </a:solidFill>
                <a:latin typeface="Noto Sans KR"/>
                <a:ea typeface="Noto Sans KR"/>
                <a:cs typeface="Noto Sans KR"/>
              </a:defRPr>
            </a:lvl8pPr>
            <a:lvl9pPr algn="ctr">
              <a:defRPr sz="1088" b="0">
                <a:solidFill>
                  <a:srgbClr val="586368"/>
                </a:solidFill>
                <a:latin typeface="Noto Sans KR"/>
                <a:ea typeface="Noto Sans KR"/>
                <a:cs typeface="Noto Sans KR"/>
              </a:defRPr>
            </a:lvl9pPr>
          </a:lstStyle>
          <a:p xmlns:a="http://schemas.openxmlformats.org/drawingml/2006/main">
            <a:pPr algn="ctr">
              <a:lnSpc>
                <a:spcPct val="118000"/>
              </a:lnSpc>
              <a:buNone/>
              <a:defRPr sz="1088" b="0">
                <a:solidFill>
                  <a:srgbClr val="586368"/>
                </a:solidFill>
                <a:latin typeface="Noto Sans KR"/>
                <a:ea typeface="Noto Sans KR"/>
                <a:cs typeface="Noto Sans KR"/>
              </a:defRPr>
            </a:pPr>
            <a:r>
              <a:rPr sz="1088" b="0">
                <a:solidFill>
                  <a:srgbClr val="586368"/>
                </a:solidFill>
                <a:latin typeface="Noto Sans KR"/>
                <a:ea typeface="Noto Sans KR"/>
                <a:cs typeface="Noto Sans KR"/>
              </a:rPr>
              <a:t>54개 특징의 조합</a:t>
            </a:r>
          </a:p>
        </p:txBody>
      </p:sp>
      <p:sp>
        <p:nvSpPr>
          <p:cNvPr id="25" name="text">
            <a:extLst xmlns:a="http://schemas.openxmlformats.org/drawingml/2006/main">
              <a:ext uri="{FF2B5EF4-FFF2-40B4-BE49-F238E27FC236}">
                <a16:creationId xmlns:a16="http://schemas.microsoft.com/office/drawing/2014/main" id="{7CBE4A2B-2666-4CC4-BD9C-261175652F69}"/>
              </a:ext>
            </a:extLst>
          </p:cNvPr>
          <p:cNvSpPr>
            <a:spLocks xmlns:a="http://schemas.openxmlformats.org/drawingml/2006/main" noGrp="1"/>
          </p:cNvSpPr>
          <p:nvPr/>
        </p:nvSpPr>
        <p:spPr>
          <a:xfrm xmlns:a="http://schemas.openxmlformats.org/drawingml/2006/main">
            <a:off x="9620250" y="3495675"/>
            <a:ext cx="3333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86368"/>
                </a:solidFill>
                <a:latin typeface="Noto Sans KR"/>
                <a:ea typeface="Noto Sans KR"/>
                <a:cs typeface="Noto Sans KR"/>
              </a:defRPr>
            </a:defPPr>
            <a:lvl1pPr algn="l">
              <a:defRPr sz="1350" b="0">
                <a:solidFill>
                  <a:srgbClr val="586368"/>
                </a:solidFill>
                <a:latin typeface="Noto Sans KR"/>
                <a:ea typeface="Noto Sans KR"/>
                <a:cs typeface="Noto Sans KR"/>
              </a:defRPr>
            </a:lvl1pPr>
            <a:lvl2pPr algn="l">
              <a:defRPr sz="1350" b="0">
                <a:solidFill>
                  <a:srgbClr val="586368"/>
                </a:solidFill>
                <a:latin typeface="Noto Sans KR"/>
                <a:ea typeface="Noto Sans KR"/>
                <a:cs typeface="Noto Sans KR"/>
              </a:defRPr>
            </a:lvl2pPr>
            <a:lvl3pPr algn="l">
              <a:defRPr sz="1350" b="0">
                <a:solidFill>
                  <a:srgbClr val="586368"/>
                </a:solidFill>
                <a:latin typeface="Noto Sans KR"/>
                <a:ea typeface="Noto Sans KR"/>
                <a:cs typeface="Noto Sans KR"/>
              </a:defRPr>
            </a:lvl3pPr>
            <a:lvl4pPr algn="l">
              <a:defRPr sz="1350" b="0">
                <a:solidFill>
                  <a:srgbClr val="586368"/>
                </a:solidFill>
                <a:latin typeface="Noto Sans KR"/>
                <a:ea typeface="Noto Sans KR"/>
                <a:cs typeface="Noto Sans KR"/>
              </a:defRPr>
            </a:lvl4pPr>
            <a:lvl5pPr algn="l">
              <a:defRPr sz="1350" b="0">
                <a:solidFill>
                  <a:srgbClr val="586368"/>
                </a:solidFill>
                <a:latin typeface="Noto Sans KR"/>
                <a:ea typeface="Noto Sans KR"/>
                <a:cs typeface="Noto Sans KR"/>
              </a:defRPr>
            </a:lvl5pPr>
            <a:lvl6pPr algn="l">
              <a:defRPr sz="1350" b="0">
                <a:solidFill>
                  <a:srgbClr val="586368"/>
                </a:solidFill>
                <a:latin typeface="Noto Sans KR"/>
                <a:ea typeface="Noto Sans KR"/>
                <a:cs typeface="Noto Sans KR"/>
              </a:defRPr>
            </a:lvl6pPr>
            <a:lvl7pPr algn="l">
              <a:defRPr sz="1350" b="0">
                <a:solidFill>
                  <a:srgbClr val="586368"/>
                </a:solidFill>
                <a:latin typeface="Noto Sans KR"/>
                <a:ea typeface="Noto Sans KR"/>
                <a:cs typeface="Noto Sans KR"/>
              </a:defRPr>
            </a:lvl7pPr>
            <a:lvl8pPr algn="l">
              <a:defRPr sz="1350" b="0">
                <a:solidFill>
                  <a:srgbClr val="586368"/>
                </a:solidFill>
                <a:latin typeface="Noto Sans KR"/>
                <a:ea typeface="Noto Sans KR"/>
                <a:cs typeface="Noto Sans KR"/>
              </a:defRPr>
            </a:lvl8pPr>
            <a:lvl9pPr algn="l">
              <a:defRPr sz="1350" b="0">
                <a:solidFill>
                  <a:srgbClr val="586368"/>
                </a:solidFill>
                <a:latin typeface="Noto Sans KR"/>
                <a:ea typeface="Noto Sans KR"/>
                <a:cs typeface="Noto Sans KR"/>
              </a:defRPr>
            </a:lvl9pPr>
          </a:lstStyle>
          <a:p xmlns:a="http://schemas.openxmlformats.org/drawingml/2006/main">
            <a:pPr algn="l">
              <a:lnSpc>
                <a:spcPct val="118000"/>
              </a:lnSpc>
              <a:buNone/>
              <a:defRPr sz="1350" b="0">
                <a:solidFill>
                  <a:srgbClr val="586368"/>
                </a:solidFill>
                <a:latin typeface="Noto Sans KR"/>
                <a:ea typeface="Noto Sans KR"/>
                <a:cs typeface="Noto Sans KR"/>
              </a:defRPr>
            </a:pPr>
            <a:r>
              <a:rPr sz="1350" b="0">
                <a:solidFill>
                  <a:srgbClr val="586368"/>
                </a:solidFill>
                <a:latin typeface="Noto Sans KR"/>
                <a:ea typeface="Noto Sans KR"/>
                <a:cs typeface="Noto Sans KR"/>
              </a:rPr>
              <a:t>여러 특징의 조합이</a:t>
            </a:r>
          </a:p>
          <a:p xmlns:a="http://schemas.openxmlformats.org/drawingml/2006/main">
            <a:pPr algn="l">
              <a:lnSpc>
                <a:spcPct val="118000"/>
              </a:lnSpc>
              <a:buNone/>
              <a:defRPr sz="1350" b="0">
                <a:solidFill>
                  <a:srgbClr val="586368"/>
                </a:solidFill>
                <a:latin typeface="Noto Sans KR"/>
                <a:ea typeface="Noto Sans KR"/>
                <a:cs typeface="Noto Sans KR"/>
              </a:defRPr>
            </a:pPr>
            <a:r>
              <a:rPr sz="1350" b="0">
                <a:solidFill>
                  <a:srgbClr val="586368"/>
                </a:solidFill>
                <a:latin typeface="Noto Sans KR"/>
                <a:ea typeface="Noto Sans KR"/>
                <a:cs typeface="Noto Sans KR"/>
              </a:rPr>
              <a:t>평소 분포에서 벗어나는지 검사</a:t>
            </a:r>
          </a:p>
        </p:txBody>
      </p:sp>
      <p:sp>
        <p:nvSpPr>
          <p:cNvPr id="26" name="process-AutoEncoder">
            <a:extLst xmlns:a="http://schemas.openxmlformats.org/drawingml/2006/main">
              <a:ext uri="{FF2B5EF4-FFF2-40B4-BE49-F238E27FC236}">
                <a16:creationId xmlns:a16="http://schemas.microsoft.com/office/drawing/2014/main" id="{65D606FF-AEE6-4ABB-BDA8-15F0794FACD3}"/>
              </a:ext>
            </a:extLst>
          </p:cNvPr>
          <p:cNvSpPr>
            <a:spLocks xmlns:a="http://schemas.openxmlformats.org/drawingml/2006/main" noGrp="1"/>
          </p:cNvSpPr>
          <p:nvPr/>
        </p:nvSpPr>
        <p:spPr>
          <a:xfrm xmlns:a="http://schemas.openxmlformats.org/drawingml/2006/main">
            <a:off x="7239000" y="4200525"/>
            <a:ext cx="2143125" cy="647700"/>
          </a:xfrm>
          <a:prstGeom xmlns:a="http://schemas.openxmlformats.org/drawingml/2006/main" prst="rect">
            <a:avLst/>
          </a:prstGeom>
          <a:solidFill xmlns:a="http://schemas.openxmlformats.org/drawingml/2006/main">
            <a:srgbClr val="FFFFFF"/>
          </a:solidFill>
          <a:ln xmlns:a="http://schemas.openxmlformats.org/drawingml/2006/main" w="11430">
            <a:solidFill>
              <a:srgbClr val="D26132"/>
            </a:solidFill>
            <a:prstDash val="solid"/>
          </a:ln>
        </p:spPr>
      </p:sp>
      <p:sp>
        <p:nvSpPr>
          <p:cNvPr id="27" name="text">
            <a:extLst xmlns:a="http://schemas.openxmlformats.org/drawingml/2006/main">
              <a:ext uri="{FF2B5EF4-FFF2-40B4-BE49-F238E27FC236}">
                <a16:creationId xmlns:a16="http://schemas.microsoft.com/office/drawing/2014/main" id="{F2C12B2A-6E78-4991-A792-83CE61FE2034}"/>
              </a:ext>
            </a:extLst>
          </p:cNvPr>
          <p:cNvSpPr>
            <a:spLocks xmlns:a="http://schemas.openxmlformats.org/drawingml/2006/main" noGrp="1"/>
          </p:cNvSpPr>
          <p:nvPr/>
        </p:nvSpPr>
        <p:spPr>
          <a:xfrm xmlns:a="http://schemas.openxmlformats.org/drawingml/2006/main">
            <a:off x="7334250" y="4248150"/>
            <a:ext cx="1952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1">
                <a:solidFill>
                  <a:srgbClr val="141719"/>
                </a:solidFill>
                <a:latin typeface="Noto Sans KR"/>
                <a:ea typeface="Noto Sans KR"/>
                <a:cs typeface="Noto Sans KR"/>
              </a:defRPr>
            </a:defPPr>
            <a:lvl1pPr algn="ctr">
              <a:defRPr sz="1500" b="1">
                <a:solidFill>
                  <a:srgbClr val="141719"/>
                </a:solidFill>
                <a:latin typeface="Noto Sans KR"/>
                <a:ea typeface="Noto Sans KR"/>
                <a:cs typeface="Noto Sans KR"/>
              </a:defRPr>
            </a:lvl1pPr>
            <a:lvl2pPr algn="ctr">
              <a:defRPr sz="1500" b="1">
                <a:solidFill>
                  <a:srgbClr val="141719"/>
                </a:solidFill>
                <a:latin typeface="Noto Sans KR"/>
                <a:ea typeface="Noto Sans KR"/>
                <a:cs typeface="Noto Sans KR"/>
              </a:defRPr>
            </a:lvl2pPr>
            <a:lvl3pPr algn="ctr">
              <a:defRPr sz="1500" b="1">
                <a:solidFill>
                  <a:srgbClr val="141719"/>
                </a:solidFill>
                <a:latin typeface="Noto Sans KR"/>
                <a:ea typeface="Noto Sans KR"/>
                <a:cs typeface="Noto Sans KR"/>
              </a:defRPr>
            </a:lvl3pPr>
            <a:lvl4pPr algn="ctr">
              <a:defRPr sz="1500" b="1">
                <a:solidFill>
                  <a:srgbClr val="141719"/>
                </a:solidFill>
                <a:latin typeface="Noto Sans KR"/>
                <a:ea typeface="Noto Sans KR"/>
                <a:cs typeface="Noto Sans KR"/>
              </a:defRPr>
            </a:lvl4pPr>
            <a:lvl5pPr algn="ctr">
              <a:defRPr sz="1500" b="1">
                <a:solidFill>
                  <a:srgbClr val="141719"/>
                </a:solidFill>
                <a:latin typeface="Noto Sans KR"/>
                <a:ea typeface="Noto Sans KR"/>
                <a:cs typeface="Noto Sans KR"/>
              </a:defRPr>
            </a:lvl5pPr>
            <a:lvl6pPr algn="ctr">
              <a:defRPr sz="1500" b="1">
                <a:solidFill>
                  <a:srgbClr val="141719"/>
                </a:solidFill>
                <a:latin typeface="Noto Sans KR"/>
                <a:ea typeface="Noto Sans KR"/>
                <a:cs typeface="Noto Sans KR"/>
              </a:defRPr>
            </a:lvl6pPr>
            <a:lvl7pPr algn="ctr">
              <a:defRPr sz="1500" b="1">
                <a:solidFill>
                  <a:srgbClr val="141719"/>
                </a:solidFill>
                <a:latin typeface="Noto Sans KR"/>
                <a:ea typeface="Noto Sans KR"/>
                <a:cs typeface="Noto Sans KR"/>
              </a:defRPr>
            </a:lvl7pPr>
            <a:lvl8pPr algn="ctr">
              <a:defRPr sz="1500" b="1">
                <a:solidFill>
                  <a:srgbClr val="141719"/>
                </a:solidFill>
                <a:latin typeface="Noto Sans KR"/>
                <a:ea typeface="Noto Sans KR"/>
                <a:cs typeface="Noto Sans KR"/>
              </a:defRPr>
            </a:lvl8pPr>
            <a:lvl9pPr algn="ctr">
              <a:defRPr sz="1500" b="1">
                <a:solidFill>
                  <a:srgbClr val="141719"/>
                </a:solidFill>
                <a:latin typeface="Noto Sans KR"/>
                <a:ea typeface="Noto Sans KR"/>
                <a:cs typeface="Noto Sans KR"/>
              </a:defRPr>
            </a:lvl9pPr>
          </a:lstStyle>
          <a:p xmlns:a="http://schemas.openxmlformats.org/drawingml/2006/main">
            <a:pPr algn="ctr">
              <a:lnSpc>
                <a:spcPct val="118000"/>
              </a:lnSpc>
              <a:buNone/>
              <a:defRPr sz="1500" b="1">
                <a:solidFill>
                  <a:srgbClr val="141719"/>
                </a:solidFill>
                <a:latin typeface="Noto Sans KR"/>
                <a:ea typeface="Noto Sans KR"/>
                <a:cs typeface="Noto Sans KR"/>
              </a:defRPr>
            </a:pPr>
            <a:r>
              <a:rPr sz="1500" b="1">
                <a:solidFill>
                  <a:srgbClr val="141719"/>
                </a:solidFill>
                <a:latin typeface="Noto Sans KR"/>
                <a:ea typeface="Noto Sans KR"/>
                <a:cs typeface="Noto Sans KR"/>
              </a:rPr>
              <a:t>AutoEncoder</a:t>
            </a:r>
          </a:p>
        </p:txBody>
      </p:sp>
      <p:sp>
        <p:nvSpPr>
          <p:cNvPr id="28" name="text">
            <a:extLst xmlns:a="http://schemas.openxmlformats.org/drawingml/2006/main">
              <a:ext uri="{FF2B5EF4-FFF2-40B4-BE49-F238E27FC236}">
                <a16:creationId xmlns:a16="http://schemas.microsoft.com/office/drawing/2014/main" id="{C1F3FEC3-ED22-4D7F-BD9B-C413F8464AFE}"/>
              </a:ext>
            </a:extLst>
          </p:cNvPr>
          <p:cNvSpPr>
            <a:spLocks xmlns:a="http://schemas.openxmlformats.org/drawingml/2006/main" noGrp="1"/>
          </p:cNvSpPr>
          <p:nvPr/>
        </p:nvSpPr>
        <p:spPr>
          <a:xfrm xmlns:a="http://schemas.openxmlformats.org/drawingml/2006/main">
            <a:off x="7334250" y="4524375"/>
            <a:ext cx="1952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88" b="0">
                <a:solidFill>
                  <a:srgbClr val="586368"/>
                </a:solidFill>
                <a:latin typeface="Noto Sans KR"/>
                <a:ea typeface="Noto Sans KR"/>
                <a:cs typeface="Noto Sans KR"/>
              </a:defRPr>
            </a:defPPr>
            <a:lvl1pPr algn="ctr">
              <a:defRPr sz="1088" b="0">
                <a:solidFill>
                  <a:srgbClr val="586368"/>
                </a:solidFill>
                <a:latin typeface="Noto Sans KR"/>
                <a:ea typeface="Noto Sans KR"/>
                <a:cs typeface="Noto Sans KR"/>
              </a:defRPr>
            </a:lvl1pPr>
            <a:lvl2pPr algn="ctr">
              <a:defRPr sz="1088" b="0">
                <a:solidFill>
                  <a:srgbClr val="586368"/>
                </a:solidFill>
                <a:latin typeface="Noto Sans KR"/>
                <a:ea typeface="Noto Sans KR"/>
                <a:cs typeface="Noto Sans KR"/>
              </a:defRPr>
            </a:lvl2pPr>
            <a:lvl3pPr algn="ctr">
              <a:defRPr sz="1088" b="0">
                <a:solidFill>
                  <a:srgbClr val="586368"/>
                </a:solidFill>
                <a:latin typeface="Noto Sans KR"/>
                <a:ea typeface="Noto Sans KR"/>
                <a:cs typeface="Noto Sans KR"/>
              </a:defRPr>
            </a:lvl3pPr>
            <a:lvl4pPr algn="ctr">
              <a:defRPr sz="1088" b="0">
                <a:solidFill>
                  <a:srgbClr val="586368"/>
                </a:solidFill>
                <a:latin typeface="Noto Sans KR"/>
                <a:ea typeface="Noto Sans KR"/>
                <a:cs typeface="Noto Sans KR"/>
              </a:defRPr>
            </a:lvl4pPr>
            <a:lvl5pPr algn="ctr">
              <a:defRPr sz="1088" b="0">
                <a:solidFill>
                  <a:srgbClr val="586368"/>
                </a:solidFill>
                <a:latin typeface="Noto Sans KR"/>
                <a:ea typeface="Noto Sans KR"/>
                <a:cs typeface="Noto Sans KR"/>
              </a:defRPr>
            </a:lvl5pPr>
            <a:lvl6pPr algn="ctr">
              <a:defRPr sz="1088" b="0">
                <a:solidFill>
                  <a:srgbClr val="586368"/>
                </a:solidFill>
                <a:latin typeface="Noto Sans KR"/>
                <a:ea typeface="Noto Sans KR"/>
                <a:cs typeface="Noto Sans KR"/>
              </a:defRPr>
            </a:lvl6pPr>
            <a:lvl7pPr algn="ctr">
              <a:defRPr sz="1088" b="0">
                <a:solidFill>
                  <a:srgbClr val="586368"/>
                </a:solidFill>
                <a:latin typeface="Noto Sans KR"/>
                <a:ea typeface="Noto Sans KR"/>
                <a:cs typeface="Noto Sans KR"/>
              </a:defRPr>
            </a:lvl7pPr>
            <a:lvl8pPr algn="ctr">
              <a:defRPr sz="1088" b="0">
                <a:solidFill>
                  <a:srgbClr val="586368"/>
                </a:solidFill>
                <a:latin typeface="Noto Sans KR"/>
                <a:ea typeface="Noto Sans KR"/>
                <a:cs typeface="Noto Sans KR"/>
              </a:defRPr>
            </a:lvl8pPr>
            <a:lvl9pPr algn="ctr">
              <a:defRPr sz="1088" b="0">
                <a:solidFill>
                  <a:srgbClr val="586368"/>
                </a:solidFill>
                <a:latin typeface="Noto Sans KR"/>
                <a:ea typeface="Noto Sans KR"/>
                <a:cs typeface="Noto Sans KR"/>
              </a:defRPr>
            </a:lvl9pPr>
          </a:lstStyle>
          <a:p xmlns:a="http://schemas.openxmlformats.org/drawingml/2006/main">
            <a:pPr algn="ctr">
              <a:lnSpc>
                <a:spcPct val="118000"/>
              </a:lnSpc>
              <a:buNone/>
              <a:defRPr sz="1088" b="0">
                <a:solidFill>
                  <a:srgbClr val="586368"/>
                </a:solidFill>
                <a:latin typeface="Noto Sans KR"/>
                <a:ea typeface="Noto Sans KR"/>
                <a:cs typeface="Noto Sans KR"/>
              </a:defRPr>
            </a:pPr>
            <a:r>
              <a:rPr sz="1088" b="0">
                <a:solidFill>
                  <a:srgbClr val="586368"/>
                </a:solidFill>
                <a:latin typeface="Noto Sans KR"/>
                <a:ea typeface="Noto Sans KR"/>
                <a:cs typeface="Noto Sans KR"/>
              </a:rPr>
              <a:t>54 → 16 → 6 → 16 → 54</a:t>
            </a:r>
          </a:p>
        </p:txBody>
      </p:sp>
      <p:sp>
        <p:nvSpPr>
          <p:cNvPr id="29" name="text">
            <a:extLst xmlns:a="http://schemas.openxmlformats.org/drawingml/2006/main">
              <a:ext uri="{FF2B5EF4-FFF2-40B4-BE49-F238E27FC236}">
                <a16:creationId xmlns:a16="http://schemas.microsoft.com/office/drawing/2014/main" id="{8E71028C-AB0E-47FE-B82C-F19B3D04D538}"/>
              </a:ext>
            </a:extLst>
          </p:cNvPr>
          <p:cNvSpPr>
            <a:spLocks xmlns:a="http://schemas.openxmlformats.org/drawingml/2006/main" noGrp="1"/>
          </p:cNvSpPr>
          <p:nvPr/>
        </p:nvSpPr>
        <p:spPr>
          <a:xfrm xmlns:a="http://schemas.openxmlformats.org/drawingml/2006/main">
            <a:off x="9620250" y="4276725"/>
            <a:ext cx="3333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86368"/>
                </a:solidFill>
                <a:latin typeface="Noto Sans KR"/>
                <a:ea typeface="Noto Sans KR"/>
                <a:cs typeface="Noto Sans KR"/>
              </a:defRPr>
            </a:defPPr>
            <a:lvl1pPr algn="l">
              <a:defRPr sz="1350" b="0">
                <a:solidFill>
                  <a:srgbClr val="586368"/>
                </a:solidFill>
                <a:latin typeface="Noto Sans KR"/>
                <a:ea typeface="Noto Sans KR"/>
                <a:cs typeface="Noto Sans KR"/>
              </a:defRPr>
            </a:lvl1pPr>
            <a:lvl2pPr algn="l">
              <a:defRPr sz="1350" b="0">
                <a:solidFill>
                  <a:srgbClr val="586368"/>
                </a:solidFill>
                <a:latin typeface="Noto Sans KR"/>
                <a:ea typeface="Noto Sans KR"/>
                <a:cs typeface="Noto Sans KR"/>
              </a:defRPr>
            </a:lvl2pPr>
            <a:lvl3pPr algn="l">
              <a:defRPr sz="1350" b="0">
                <a:solidFill>
                  <a:srgbClr val="586368"/>
                </a:solidFill>
                <a:latin typeface="Noto Sans KR"/>
                <a:ea typeface="Noto Sans KR"/>
                <a:cs typeface="Noto Sans KR"/>
              </a:defRPr>
            </a:lvl3pPr>
            <a:lvl4pPr algn="l">
              <a:defRPr sz="1350" b="0">
                <a:solidFill>
                  <a:srgbClr val="586368"/>
                </a:solidFill>
                <a:latin typeface="Noto Sans KR"/>
                <a:ea typeface="Noto Sans KR"/>
                <a:cs typeface="Noto Sans KR"/>
              </a:defRPr>
            </a:lvl4pPr>
            <a:lvl5pPr algn="l">
              <a:defRPr sz="1350" b="0">
                <a:solidFill>
                  <a:srgbClr val="586368"/>
                </a:solidFill>
                <a:latin typeface="Noto Sans KR"/>
                <a:ea typeface="Noto Sans KR"/>
                <a:cs typeface="Noto Sans KR"/>
              </a:defRPr>
            </a:lvl5pPr>
            <a:lvl6pPr algn="l">
              <a:defRPr sz="1350" b="0">
                <a:solidFill>
                  <a:srgbClr val="586368"/>
                </a:solidFill>
                <a:latin typeface="Noto Sans KR"/>
                <a:ea typeface="Noto Sans KR"/>
                <a:cs typeface="Noto Sans KR"/>
              </a:defRPr>
            </a:lvl6pPr>
            <a:lvl7pPr algn="l">
              <a:defRPr sz="1350" b="0">
                <a:solidFill>
                  <a:srgbClr val="586368"/>
                </a:solidFill>
                <a:latin typeface="Noto Sans KR"/>
                <a:ea typeface="Noto Sans KR"/>
                <a:cs typeface="Noto Sans KR"/>
              </a:defRPr>
            </a:lvl7pPr>
            <a:lvl8pPr algn="l">
              <a:defRPr sz="1350" b="0">
                <a:solidFill>
                  <a:srgbClr val="586368"/>
                </a:solidFill>
                <a:latin typeface="Noto Sans KR"/>
                <a:ea typeface="Noto Sans KR"/>
                <a:cs typeface="Noto Sans KR"/>
              </a:defRPr>
            </a:lvl8pPr>
            <a:lvl9pPr algn="l">
              <a:defRPr sz="1350" b="0">
                <a:solidFill>
                  <a:srgbClr val="586368"/>
                </a:solidFill>
                <a:latin typeface="Noto Sans KR"/>
                <a:ea typeface="Noto Sans KR"/>
                <a:cs typeface="Noto Sans KR"/>
              </a:defRPr>
            </a:lvl9pPr>
          </a:lstStyle>
          <a:p xmlns:a="http://schemas.openxmlformats.org/drawingml/2006/main">
            <a:pPr algn="l">
              <a:lnSpc>
                <a:spcPct val="118000"/>
              </a:lnSpc>
              <a:buNone/>
              <a:defRPr sz="1350" b="0">
                <a:solidFill>
                  <a:srgbClr val="586368"/>
                </a:solidFill>
                <a:latin typeface="Noto Sans KR"/>
                <a:ea typeface="Noto Sans KR"/>
                <a:cs typeface="Noto Sans KR"/>
              </a:defRPr>
            </a:pPr>
            <a:r>
              <a:rPr sz="1350" b="0">
                <a:solidFill>
                  <a:srgbClr val="586368"/>
                </a:solidFill>
                <a:latin typeface="Noto Sans KR"/>
                <a:ea typeface="Noto Sans KR"/>
                <a:cs typeface="Noto Sans KR"/>
              </a:rPr>
              <a:t>정상 패턴의 복원오차로</a:t>
            </a:r>
          </a:p>
          <a:p xmlns:a="http://schemas.openxmlformats.org/drawingml/2006/main">
            <a:pPr algn="l">
              <a:lnSpc>
                <a:spcPct val="118000"/>
              </a:lnSpc>
              <a:buNone/>
              <a:defRPr sz="1350" b="0">
                <a:solidFill>
                  <a:srgbClr val="586368"/>
                </a:solidFill>
                <a:latin typeface="Noto Sans KR"/>
                <a:ea typeface="Noto Sans KR"/>
                <a:cs typeface="Noto Sans KR"/>
              </a:defRPr>
            </a:pPr>
            <a:r>
              <a:rPr sz="1350" b="0">
                <a:solidFill>
                  <a:srgbClr val="586368"/>
                </a:solidFill>
                <a:latin typeface="Noto Sans KR"/>
                <a:ea typeface="Noto Sans KR"/>
                <a:cs typeface="Noto Sans KR"/>
              </a:rPr>
              <a:t>평소와 다른 조합을 추가 검사</a:t>
            </a:r>
          </a:p>
        </p:txBody>
      </p:sp>
      <p:sp>
        <p:nvSpPr>
          <p:cNvPr id="30" name="text">
            <a:extLst xmlns:a="http://schemas.openxmlformats.org/drawingml/2006/main">
              <a:ext uri="{FF2B5EF4-FFF2-40B4-BE49-F238E27FC236}">
                <a16:creationId xmlns:a16="http://schemas.microsoft.com/office/drawing/2014/main" id="{2A4C6449-1BF7-4266-A19E-CA0B960E83B9}"/>
              </a:ext>
            </a:extLst>
          </p:cNvPr>
          <p:cNvSpPr>
            <a:spLocks xmlns:a="http://schemas.openxmlformats.org/drawingml/2006/main" noGrp="1"/>
          </p:cNvSpPr>
          <p:nvPr/>
        </p:nvSpPr>
        <p:spPr>
          <a:xfrm xmlns:a="http://schemas.openxmlformats.org/drawingml/2006/main">
            <a:off x="7239000" y="51244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41719"/>
                </a:solidFill>
                <a:latin typeface="Noto Sans KR"/>
                <a:ea typeface="Noto Sans KR"/>
                <a:cs typeface="Noto Sans KR"/>
              </a:defRPr>
            </a:defPPr>
            <a:lvl1pPr algn="l">
              <a:defRPr sz="1425" b="1">
                <a:solidFill>
                  <a:srgbClr val="141719"/>
                </a:solidFill>
                <a:latin typeface="Noto Sans KR"/>
                <a:ea typeface="Noto Sans KR"/>
                <a:cs typeface="Noto Sans KR"/>
              </a:defRPr>
            </a:lvl1pPr>
            <a:lvl2pPr algn="l">
              <a:defRPr sz="1425" b="1">
                <a:solidFill>
                  <a:srgbClr val="141719"/>
                </a:solidFill>
                <a:latin typeface="Noto Sans KR"/>
                <a:ea typeface="Noto Sans KR"/>
                <a:cs typeface="Noto Sans KR"/>
              </a:defRPr>
            </a:lvl2pPr>
            <a:lvl3pPr algn="l">
              <a:defRPr sz="1425" b="1">
                <a:solidFill>
                  <a:srgbClr val="141719"/>
                </a:solidFill>
                <a:latin typeface="Noto Sans KR"/>
                <a:ea typeface="Noto Sans KR"/>
                <a:cs typeface="Noto Sans KR"/>
              </a:defRPr>
            </a:lvl3pPr>
            <a:lvl4pPr algn="l">
              <a:defRPr sz="1425" b="1">
                <a:solidFill>
                  <a:srgbClr val="141719"/>
                </a:solidFill>
                <a:latin typeface="Noto Sans KR"/>
                <a:ea typeface="Noto Sans KR"/>
                <a:cs typeface="Noto Sans KR"/>
              </a:defRPr>
            </a:lvl4pPr>
            <a:lvl5pPr algn="l">
              <a:defRPr sz="1425" b="1">
                <a:solidFill>
                  <a:srgbClr val="141719"/>
                </a:solidFill>
                <a:latin typeface="Noto Sans KR"/>
                <a:ea typeface="Noto Sans KR"/>
                <a:cs typeface="Noto Sans KR"/>
              </a:defRPr>
            </a:lvl5pPr>
            <a:lvl6pPr algn="l">
              <a:defRPr sz="1425" b="1">
                <a:solidFill>
                  <a:srgbClr val="141719"/>
                </a:solidFill>
                <a:latin typeface="Noto Sans KR"/>
                <a:ea typeface="Noto Sans KR"/>
                <a:cs typeface="Noto Sans KR"/>
              </a:defRPr>
            </a:lvl6pPr>
            <a:lvl7pPr algn="l">
              <a:defRPr sz="1425" b="1">
                <a:solidFill>
                  <a:srgbClr val="141719"/>
                </a:solidFill>
                <a:latin typeface="Noto Sans KR"/>
                <a:ea typeface="Noto Sans KR"/>
                <a:cs typeface="Noto Sans KR"/>
              </a:defRPr>
            </a:lvl7pPr>
            <a:lvl8pPr algn="l">
              <a:defRPr sz="1425" b="1">
                <a:solidFill>
                  <a:srgbClr val="141719"/>
                </a:solidFill>
                <a:latin typeface="Noto Sans KR"/>
                <a:ea typeface="Noto Sans KR"/>
                <a:cs typeface="Noto Sans KR"/>
              </a:defRPr>
            </a:lvl8pPr>
            <a:lvl9pPr algn="l">
              <a:defRPr sz="1425" b="1">
                <a:solidFill>
                  <a:srgbClr val="141719"/>
                </a:solidFill>
                <a:latin typeface="Noto Sans KR"/>
                <a:ea typeface="Noto Sans KR"/>
                <a:cs typeface="Noto Sans KR"/>
              </a:defRPr>
            </a:lvl9pPr>
          </a:lstStyle>
          <a:p xmlns:a="http://schemas.openxmlformats.org/drawingml/2006/main">
            <a:pPr algn="l">
              <a:lnSpc>
                <a:spcPct val="118000"/>
              </a:lnSpc>
              <a:buNone/>
              <a:defRPr sz="1425" b="1">
                <a:solidFill>
                  <a:srgbClr val="141719"/>
                </a:solidFill>
                <a:latin typeface="Noto Sans KR"/>
                <a:ea typeface="Noto Sans KR"/>
                <a:cs typeface="Noto Sans KR"/>
              </a:defRPr>
            </a:pPr>
            <a:r>
              <a:rPr sz="1425" b="1">
                <a:solidFill>
                  <a:srgbClr val="141719"/>
                </a:solidFill>
                <a:latin typeface="Noto Sans KR"/>
                <a:ea typeface="Noto Sans KR"/>
                <a:cs typeface="Noto Sans KR"/>
              </a:rPr>
              <a:t>반복 근거 확인 → 하나 이상 이탈 시 주의</a:t>
            </a:r>
          </a:p>
          <a:p xmlns:a="http://schemas.openxmlformats.org/drawingml/2006/main">
            <a:pPr algn="l">
              <a:lnSpc>
                <a:spcPct val="118000"/>
              </a:lnSpc>
              <a:buNone/>
              <a:defRPr sz="1425" b="1">
                <a:solidFill>
                  <a:srgbClr val="141719"/>
                </a:solidFill>
                <a:latin typeface="Noto Sans KR"/>
                <a:ea typeface="Noto Sans KR"/>
                <a:cs typeface="Noto Sans KR"/>
              </a:defRPr>
            </a:pPr>
            <a:r>
              <a:rPr sz="1425" b="1">
                <a:solidFill>
                  <a:srgbClr val="141719"/>
                </a:solidFill>
                <a:latin typeface="Noto Sans KR"/>
                <a:ea typeface="Noto Sans KR"/>
                <a:cs typeface="Noto Sans KR"/>
              </a:rPr>
              <a:t>두 모델 모두 위험이면 위험으로 승격</a:t>
            </a:r>
          </a:p>
        </p:txBody>
      </p:sp>
      <p:sp>
        <p:nvSpPr>
          <p:cNvPr id="31" name="text">
            <a:extLst xmlns:a="http://schemas.openxmlformats.org/drawingml/2006/main">
              <a:ext uri="{FF2B5EF4-FFF2-40B4-BE49-F238E27FC236}">
                <a16:creationId xmlns:a16="http://schemas.microsoft.com/office/drawing/2014/main" id="{8E1A9C37-32AD-49AD-8F2A-B0216DFC31D5}"/>
              </a:ext>
            </a:extLst>
          </p:cNvPr>
          <p:cNvSpPr>
            <a:spLocks xmlns:a="http://schemas.openxmlformats.org/drawingml/2006/main" noGrp="1"/>
          </p:cNvSpPr>
          <p:nvPr/>
        </p:nvSpPr>
        <p:spPr>
          <a:xfrm xmlns:a="http://schemas.openxmlformats.org/drawingml/2006/main">
            <a:off x="7239000" y="5743575"/>
            <a:ext cx="571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586368"/>
                </a:solidFill>
                <a:latin typeface="Noto Sans KR"/>
                <a:ea typeface="Noto Sans KR"/>
                <a:cs typeface="Noto Sans KR"/>
              </a:defRPr>
            </a:defPPr>
            <a:lvl1pPr algn="l">
              <a:defRPr sz="1163" b="0">
                <a:solidFill>
                  <a:srgbClr val="586368"/>
                </a:solidFill>
                <a:latin typeface="Noto Sans KR"/>
                <a:ea typeface="Noto Sans KR"/>
                <a:cs typeface="Noto Sans KR"/>
              </a:defRPr>
            </a:lvl1pPr>
            <a:lvl2pPr algn="l">
              <a:defRPr sz="1163" b="0">
                <a:solidFill>
                  <a:srgbClr val="586368"/>
                </a:solidFill>
                <a:latin typeface="Noto Sans KR"/>
                <a:ea typeface="Noto Sans KR"/>
                <a:cs typeface="Noto Sans KR"/>
              </a:defRPr>
            </a:lvl2pPr>
            <a:lvl3pPr algn="l">
              <a:defRPr sz="1163" b="0">
                <a:solidFill>
                  <a:srgbClr val="586368"/>
                </a:solidFill>
                <a:latin typeface="Noto Sans KR"/>
                <a:ea typeface="Noto Sans KR"/>
                <a:cs typeface="Noto Sans KR"/>
              </a:defRPr>
            </a:lvl3pPr>
            <a:lvl4pPr algn="l">
              <a:defRPr sz="1163" b="0">
                <a:solidFill>
                  <a:srgbClr val="586368"/>
                </a:solidFill>
                <a:latin typeface="Noto Sans KR"/>
                <a:ea typeface="Noto Sans KR"/>
                <a:cs typeface="Noto Sans KR"/>
              </a:defRPr>
            </a:lvl4pPr>
            <a:lvl5pPr algn="l">
              <a:defRPr sz="1163" b="0">
                <a:solidFill>
                  <a:srgbClr val="586368"/>
                </a:solidFill>
                <a:latin typeface="Noto Sans KR"/>
                <a:ea typeface="Noto Sans KR"/>
                <a:cs typeface="Noto Sans KR"/>
              </a:defRPr>
            </a:lvl5pPr>
            <a:lvl6pPr algn="l">
              <a:defRPr sz="1163" b="0">
                <a:solidFill>
                  <a:srgbClr val="586368"/>
                </a:solidFill>
                <a:latin typeface="Noto Sans KR"/>
                <a:ea typeface="Noto Sans KR"/>
                <a:cs typeface="Noto Sans KR"/>
              </a:defRPr>
            </a:lvl6pPr>
            <a:lvl7pPr algn="l">
              <a:defRPr sz="1163" b="0">
                <a:solidFill>
                  <a:srgbClr val="586368"/>
                </a:solidFill>
                <a:latin typeface="Noto Sans KR"/>
                <a:ea typeface="Noto Sans KR"/>
                <a:cs typeface="Noto Sans KR"/>
              </a:defRPr>
            </a:lvl7pPr>
            <a:lvl8pPr algn="l">
              <a:defRPr sz="1163" b="0">
                <a:solidFill>
                  <a:srgbClr val="586368"/>
                </a:solidFill>
                <a:latin typeface="Noto Sans KR"/>
                <a:ea typeface="Noto Sans KR"/>
                <a:cs typeface="Noto Sans KR"/>
              </a:defRPr>
            </a:lvl8pPr>
            <a:lvl9pPr algn="l">
              <a:defRPr sz="1163" b="0">
                <a:solidFill>
                  <a:srgbClr val="586368"/>
                </a:solidFill>
                <a:latin typeface="Noto Sans KR"/>
                <a:ea typeface="Noto Sans KR"/>
                <a:cs typeface="Noto Sans KR"/>
              </a:defRPr>
            </a:lvl9pPr>
          </a:lstStyle>
          <a:p xmlns:a="http://schemas.openxmlformats.org/drawingml/2006/main">
            <a:pPr algn="l">
              <a:lnSpc>
                <a:spcPct val="118000"/>
              </a:lnSpc>
              <a:buNone/>
              <a:defRPr sz="1163" b="0">
                <a:solidFill>
                  <a:srgbClr val="586368"/>
                </a:solidFill>
                <a:latin typeface="Noto Sans KR"/>
                <a:ea typeface="Noto Sans KR"/>
                <a:cs typeface="Noto Sans KR"/>
              </a:defRPr>
            </a:pPr>
            <a:r>
              <a:rPr sz="1163" b="0">
                <a:solidFill>
                  <a:srgbClr val="586368"/>
                </a:solidFill>
                <a:latin typeface="Noto Sans KR"/>
                <a:ea typeface="Noto Sans KR"/>
                <a:cs typeface="Noto Sans KR"/>
              </a:rPr>
              <a:t>기존 Baseline 경보는 유지 · 모델 단독 이상은 반복 근거 검사</a:t>
            </a:r>
          </a:p>
        </p:txBody>
      </p:sp>
      <p:sp>
        <p:nvSpPr>
          <p:cNvPr id="32" name="">
            <a:extLst xmlns:a="http://schemas.openxmlformats.org/drawingml/2006/main">
              <a:ext uri="{FF2B5EF4-FFF2-40B4-BE49-F238E27FC236}">
                <a16:creationId xmlns:a16="http://schemas.microsoft.com/office/drawing/2014/main" id="{0BE9BC96-4D53-462D-AD3E-0A23D9AAC0A8}"/>
              </a:ext>
            </a:extLst>
          </p:cNvPr>
          <p:cNvSpPr>
            <a:spLocks xmlns:a="http://schemas.openxmlformats.org/drawingml/2006/main" noGrp="1"/>
          </p:cNvSpPr>
          <p:nvPr/>
        </p:nvSpPr>
        <p:spPr>
          <a:xfrm xmlns:a="http://schemas.openxmlformats.org/drawingml/2006/main">
            <a:off x="762000" y="6105525"/>
            <a:ext cx="12192000" cy="0"/>
          </a:xfrm>
          <a:prstGeom xmlns:a="http://schemas.openxmlformats.org/drawingml/2006/main" prst="line">
            <a:avLst/>
          </a:prstGeom>
          <a:noFill xmlns:a="http://schemas.openxmlformats.org/drawingml/2006/main"/>
          <a:ln xmlns:a="http://schemas.openxmlformats.org/drawingml/2006/main" w="9525">
            <a:solidFill>
              <a:srgbClr val="D6DEE0"/>
            </a:solidFill>
            <a:prstDash val="solid"/>
          </a:ln>
        </p:spPr>
      </p:sp>
      <p:sp>
        <p:nvSpPr>
          <p:cNvPr id="33" name="text">
            <a:extLst xmlns:a="http://schemas.openxmlformats.org/drawingml/2006/main">
              <a:ext uri="{FF2B5EF4-FFF2-40B4-BE49-F238E27FC236}">
                <a16:creationId xmlns:a16="http://schemas.microsoft.com/office/drawing/2014/main" id="{A2AC7B3E-B26B-418F-B8D6-C460933DB1D2}"/>
              </a:ext>
            </a:extLst>
          </p:cNvPr>
          <p:cNvSpPr>
            <a:spLocks xmlns:a="http://schemas.openxmlformats.org/drawingml/2006/main" noGrp="1"/>
          </p:cNvSpPr>
          <p:nvPr/>
        </p:nvSpPr>
        <p:spPr>
          <a:xfrm xmlns:a="http://schemas.openxmlformats.org/drawingml/2006/main">
            <a:off x="762000" y="6267450"/>
            <a:ext cx="1219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0877E"/>
                </a:solidFill>
                <a:latin typeface="Noto Sans KR"/>
                <a:ea typeface="Noto Sans KR"/>
                <a:cs typeface="Noto Sans KR"/>
              </a:defRPr>
            </a:defPPr>
            <a:lvl1pPr algn="l">
              <a:defRPr sz="1650" b="1">
                <a:solidFill>
                  <a:srgbClr val="00877E"/>
                </a:solidFill>
                <a:latin typeface="Noto Sans KR"/>
                <a:ea typeface="Noto Sans KR"/>
                <a:cs typeface="Noto Sans KR"/>
              </a:defRPr>
            </a:lvl1pPr>
            <a:lvl2pPr algn="l">
              <a:defRPr sz="1650" b="1">
                <a:solidFill>
                  <a:srgbClr val="00877E"/>
                </a:solidFill>
                <a:latin typeface="Noto Sans KR"/>
                <a:ea typeface="Noto Sans KR"/>
                <a:cs typeface="Noto Sans KR"/>
              </a:defRPr>
            </a:lvl2pPr>
            <a:lvl3pPr algn="l">
              <a:defRPr sz="1650" b="1">
                <a:solidFill>
                  <a:srgbClr val="00877E"/>
                </a:solidFill>
                <a:latin typeface="Noto Sans KR"/>
                <a:ea typeface="Noto Sans KR"/>
                <a:cs typeface="Noto Sans KR"/>
              </a:defRPr>
            </a:lvl3pPr>
            <a:lvl4pPr algn="l">
              <a:defRPr sz="1650" b="1">
                <a:solidFill>
                  <a:srgbClr val="00877E"/>
                </a:solidFill>
                <a:latin typeface="Noto Sans KR"/>
                <a:ea typeface="Noto Sans KR"/>
                <a:cs typeface="Noto Sans KR"/>
              </a:defRPr>
            </a:lvl4pPr>
            <a:lvl5pPr algn="l">
              <a:defRPr sz="1650" b="1">
                <a:solidFill>
                  <a:srgbClr val="00877E"/>
                </a:solidFill>
                <a:latin typeface="Noto Sans KR"/>
                <a:ea typeface="Noto Sans KR"/>
                <a:cs typeface="Noto Sans KR"/>
              </a:defRPr>
            </a:lvl5pPr>
            <a:lvl6pPr algn="l">
              <a:defRPr sz="1650" b="1">
                <a:solidFill>
                  <a:srgbClr val="00877E"/>
                </a:solidFill>
                <a:latin typeface="Noto Sans KR"/>
                <a:ea typeface="Noto Sans KR"/>
                <a:cs typeface="Noto Sans KR"/>
              </a:defRPr>
            </a:lvl6pPr>
            <a:lvl7pPr algn="l">
              <a:defRPr sz="1650" b="1">
                <a:solidFill>
                  <a:srgbClr val="00877E"/>
                </a:solidFill>
                <a:latin typeface="Noto Sans KR"/>
                <a:ea typeface="Noto Sans KR"/>
                <a:cs typeface="Noto Sans KR"/>
              </a:defRPr>
            </a:lvl7pPr>
            <a:lvl8pPr algn="l">
              <a:defRPr sz="1650" b="1">
                <a:solidFill>
                  <a:srgbClr val="00877E"/>
                </a:solidFill>
                <a:latin typeface="Noto Sans KR"/>
                <a:ea typeface="Noto Sans KR"/>
                <a:cs typeface="Noto Sans KR"/>
              </a:defRPr>
            </a:lvl8pPr>
            <a:lvl9pPr algn="l">
              <a:defRPr sz="1650" b="1">
                <a:solidFill>
                  <a:srgbClr val="00877E"/>
                </a:solidFill>
                <a:latin typeface="Noto Sans KR"/>
                <a:ea typeface="Noto Sans KR"/>
                <a:cs typeface="Noto Sans KR"/>
              </a:defRPr>
            </a:lvl9pPr>
          </a:lstStyle>
          <a:p xmlns:a="http://schemas.openxmlformats.org/drawingml/2006/main">
            <a:pPr algn="l">
              <a:lnSpc>
                <a:spcPct val="118000"/>
              </a:lnSpc>
              <a:buNone/>
              <a:defRPr sz="1650" b="1">
                <a:solidFill>
                  <a:srgbClr val="00877E"/>
                </a:solidFill>
                <a:latin typeface="Noto Sans KR"/>
                <a:ea typeface="Noto Sans KR"/>
                <a:cs typeface="Noto Sans KR"/>
              </a:defRPr>
            </a:pPr>
            <a:r>
              <a:rPr sz="1650" b="1">
                <a:solidFill>
                  <a:srgbClr val="00877E"/>
                </a:solidFill>
                <a:latin typeface="Noto Sans KR"/>
                <a:ea typeface="Noto Sans KR"/>
                <a:cs typeface="Noto Sans KR"/>
              </a:rPr>
              <a:t>동작 확인: 이후 30일 정상 대조 718/718 · 단일 사용 61/61 정상</a:t>
            </a:r>
          </a:p>
        </p:txBody>
      </p:sp>
      <p:sp>
        <p:nvSpPr>
          <p:cNvPr id="34" name="text">
            <a:extLst xmlns:a="http://schemas.openxmlformats.org/drawingml/2006/main">
              <a:ext uri="{FF2B5EF4-FFF2-40B4-BE49-F238E27FC236}">
                <a16:creationId xmlns:a16="http://schemas.microsoft.com/office/drawing/2014/main" id="{760B6CD4-AEF9-4788-AF76-9A7FA1388CC6}"/>
              </a:ext>
            </a:extLst>
          </p:cNvPr>
          <p:cNvSpPr>
            <a:spLocks xmlns:a="http://schemas.openxmlformats.org/drawingml/2006/main" noGrp="1"/>
          </p:cNvSpPr>
          <p:nvPr/>
        </p:nvSpPr>
        <p:spPr>
          <a:xfrm xmlns:a="http://schemas.openxmlformats.org/drawingml/2006/main">
            <a:off x="762000" y="6648450"/>
            <a:ext cx="1219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41719"/>
                </a:solidFill>
                <a:latin typeface="Noto Sans KR"/>
                <a:ea typeface="Noto Sans KR"/>
                <a:cs typeface="Noto Sans KR"/>
              </a:defRPr>
            </a:defPPr>
            <a:lvl1pPr algn="l">
              <a:defRPr sz="1350" b="0">
                <a:solidFill>
                  <a:srgbClr val="141719"/>
                </a:solidFill>
                <a:latin typeface="Noto Sans KR"/>
                <a:ea typeface="Noto Sans KR"/>
                <a:cs typeface="Noto Sans KR"/>
              </a:defRPr>
            </a:lvl1pPr>
            <a:lvl2pPr algn="l">
              <a:defRPr sz="1350" b="0">
                <a:solidFill>
                  <a:srgbClr val="141719"/>
                </a:solidFill>
                <a:latin typeface="Noto Sans KR"/>
                <a:ea typeface="Noto Sans KR"/>
                <a:cs typeface="Noto Sans KR"/>
              </a:defRPr>
            </a:lvl2pPr>
            <a:lvl3pPr algn="l">
              <a:defRPr sz="1350" b="0">
                <a:solidFill>
                  <a:srgbClr val="141719"/>
                </a:solidFill>
                <a:latin typeface="Noto Sans KR"/>
                <a:ea typeface="Noto Sans KR"/>
                <a:cs typeface="Noto Sans KR"/>
              </a:defRPr>
            </a:lvl3pPr>
            <a:lvl4pPr algn="l">
              <a:defRPr sz="1350" b="0">
                <a:solidFill>
                  <a:srgbClr val="141719"/>
                </a:solidFill>
                <a:latin typeface="Noto Sans KR"/>
                <a:ea typeface="Noto Sans KR"/>
                <a:cs typeface="Noto Sans KR"/>
              </a:defRPr>
            </a:lvl4pPr>
            <a:lvl5pPr algn="l">
              <a:defRPr sz="1350" b="0">
                <a:solidFill>
                  <a:srgbClr val="141719"/>
                </a:solidFill>
                <a:latin typeface="Noto Sans KR"/>
                <a:ea typeface="Noto Sans KR"/>
                <a:cs typeface="Noto Sans KR"/>
              </a:defRPr>
            </a:lvl5pPr>
            <a:lvl6pPr algn="l">
              <a:defRPr sz="1350" b="0">
                <a:solidFill>
                  <a:srgbClr val="141719"/>
                </a:solidFill>
                <a:latin typeface="Noto Sans KR"/>
                <a:ea typeface="Noto Sans KR"/>
                <a:cs typeface="Noto Sans KR"/>
              </a:defRPr>
            </a:lvl6pPr>
            <a:lvl7pPr algn="l">
              <a:defRPr sz="1350" b="0">
                <a:solidFill>
                  <a:srgbClr val="141719"/>
                </a:solidFill>
                <a:latin typeface="Noto Sans KR"/>
                <a:ea typeface="Noto Sans KR"/>
                <a:cs typeface="Noto Sans KR"/>
              </a:defRPr>
            </a:lvl7pPr>
            <a:lvl8pPr algn="l">
              <a:defRPr sz="1350" b="0">
                <a:solidFill>
                  <a:srgbClr val="141719"/>
                </a:solidFill>
                <a:latin typeface="Noto Sans KR"/>
                <a:ea typeface="Noto Sans KR"/>
                <a:cs typeface="Noto Sans KR"/>
              </a:defRPr>
            </a:lvl8pPr>
            <a:lvl9pPr algn="l">
              <a:defRPr sz="1350" b="0">
                <a:solidFill>
                  <a:srgbClr val="141719"/>
                </a:solidFill>
                <a:latin typeface="Noto Sans KR"/>
                <a:ea typeface="Noto Sans KR"/>
                <a:cs typeface="Noto Sans KR"/>
              </a:defRPr>
            </a:lvl9pPr>
          </a:lstStyle>
          <a:p xmlns:a="http://schemas.openxmlformats.org/drawingml/2006/main">
            <a:pPr algn="l">
              <a:lnSpc>
                <a:spcPct val="118000"/>
              </a:lnSpc>
              <a:buNone/>
              <a:defRPr sz="1350" b="0">
                <a:solidFill>
                  <a:srgbClr val="141719"/>
                </a:solidFill>
                <a:latin typeface="Noto Sans KR"/>
                <a:ea typeface="Noto Sans KR"/>
                <a:cs typeface="Noto Sans KR"/>
              </a:defRPr>
            </a:pPr>
            <a:r>
              <a:rPr sz="1350" b="0">
                <a:solidFill>
                  <a:srgbClr val="141719"/>
                </a:solidFill>
                <a:latin typeface="Noto Sans KR"/>
                <a:ea typeface="Noto Sans KR"/>
                <a:cs typeface="Noto Sans KR"/>
              </a:rPr>
              <a:t>IF·AE: 30일 720개 표본 → 학습 428 / 기준값 설정 142 / 평가 144 · 점수 경계 P95·P99</a:t>
            </a:r>
          </a:p>
        </p:txBody>
      </p:sp>
      <p:sp>
        <p:nvSpPr>
          <p:cNvPr id="35" name="text">
            <a:extLst xmlns:a="http://schemas.openxmlformats.org/drawingml/2006/main">
              <a:ext uri="{FF2B5EF4-FFF2-40B4-BE49-F238E27FC236}">
                <a16:creationId xmlns:a16="http://schemas.microsoft.com/office/drawing/2014/main" id="{331116A2-DD86-407B-B560-EC1CCE840C3A}"/>
              </a:ext>
            </a:extLst>
          </p:cNvPr>
          <p:cNvSpPr>
            <a:spLocks xmlns:a="http://schemas.openxmlformats.org/drawingml/2006/main" noGrp="1"/>
          </p:cNvSpPr>
          <p:nvPr/>
        </p:nvSpPr>
        <p:spPr>
          <a:xfrm xmlns:a="http://schemas.openxmlformats.org/drawingml/2006/main">
            <a:off x="762000" y="6981825"/>
            <a:ext cx="1219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D26132"/>
                </a:solidFill>
                <a:latin typeface="Noto Sans KR"/>
                <a:ea typeface="Noto Sans KR"/>
                <a:cs typeface="Noto Sans KR"/>
              </a:defRPr>
            </a:defPPr>
            <a:lvl1pPr algn="l">
              <a:defRPr sz="1163" b="0">
                <a:solidFill>
                  <a:srgbClr val="D26132"/>
                </a:solidFill>
                <a:latin typeface="Noto Sans KR"/>
                <a:ea typeface="Noto Sans KR"/>
                <a:cs typeface="Noto Sans KR"/>
              </a:defRPr>
            </a:lvl1pPr>
            <a:lvl2pPr algn="l">
              <a:defRPr sz="1163" b="0">
                <a:solidFill>
                  <a:srgbClr val="D26132"/>
                </a:solidFill>
                <a:latin typeface="Noto Sans KR"/>
                <a:ea typeface="Noto Sans KR"/>
                <a:cs typeface="Noto Sans KR"/>
              </a:defRPr>
            </a:lvl2pPr>
            <a:lvl3pPr algn="l">
              <a:defRPr sz="1163" b="0">
                <a:solidFill>
                  <a:srgbClr val="D26132"/>
                </a:solidFill>
                <a:latin typeface="Noto Sans KR"/>
                <a:ea typeface="Noto Sans KR"/>
                <a:cs typeface="Noto Sans KR"/>
              </a:defRPr>
            </a:lvl3pPr>
            <a:lvl4pPr algn="l">
              <a:defRPr sz="1163" b="0">
                <a:solidFill>
                  <a:srgbClr val="D26132"/>
                </a:solidFill>
                <a:latin typeface="Noto Sans KR"/>
                <a:ea typeface="Noto Sans KR"/>
                <a:cs typeface="Noto Sans KR"/>
              </a:defRPr>
            </a:lvl4pPr>
            <a:lvl5pPr algn="l">
              <a:defRPr sz="1163" b="0">
                <a:solidFill>
                  <a:srgbClr val="D26132"/>
                </a:solidFill>
                <a:latin typeface="Noto Sans KR"/>
                <a:ea typeface="Noto Sans KR"/>
                <a:cs typeface="Noto Sans KR"/>
              </a:defRPr>
            </a:lvl5pPr>
            <a:lvl6pPr algn="l">
              <a:defRPr sz="1163" b="0">
                <a:solidFill>
                  <a:srgbClr val="D26132"/>
                </a:solidFill>
                <a:latin typeface="Noto Sans KR"/>
                <a:ea typeface="Noto Sans KR"/>
                <a:cs typeface="Noto Sans KR"/>
              </a:defRPr>
            </a:lvl6pPr>
            <a:lvl7pPr algn="l">
              <a:defRPr sz="1163" b="0">
                <a:solidFill>
                  <a:srgbClr val="D26132"/>
                </a:solidFill>
                <a:latin typeface="Noto Sans KR"/>
                <a:ea typeface="Noto Sans KR"/>
                <a:cs typeface="Noto Sans KR"/>
              </a:defRPr>
            </a:lvl7pPr>
            <a:lvl8pPr algn="l">
              <a:defRPr sz="1163" b="0">
                <a:solidFill>
                  <a:srgbClr val="D26132"/>
                </a:solidFill>
                <a:latin typeface="Noto Sans KR"/>
                <a:ea typeface="Noto Sans KR"/>
                <a:cs typeface="Noto Sans KR"/>
              </a:defRPr>
            </a:lvl8pPr>
            <a:lvl9pPr algn="l">
              <a:defRPr sz="1163" b="0">
                <a:solidFill>
                  <a:srgbClr val="D26132"/>
                </a:solidFill>
                <a:latin typeface="Noto Sans KR"/>
                <a:ea typeface="Noto Sans KR"/>
                <a:cs typeface="Noto Sans KR"/>
              </a:defRPr>
            </a:lvl9pPr>
          </a:lstStyle>
          <a:p xmlns:a="http://schemas.openxmlformats.org/drawingml/2006/main">
            <a:pPr algn="l">
              <a:lnSpc>
                <a:spcPct val="118000"/>
              </a:lnSpc>
              <a:buNone/>
              <a:defRPr sz="1163" b="0">
                <a:solidFill>
                  <a:srgbClr val="D26132"/>
                </a:solidFill>
                <a:latin typeface="Noto Sans KR"/>
                <a:ea typeface="Noto Sans KR"/>
                <a:cs typeface="Noto Sans KR"/>
              </a:defRPr>
            </a:pPr>
            <a:r>
              <a:rPr sz="1163" b="0">
                <a:solidFill>
                  <a:srgbClr val="D26132"/>
                </a:solidFill>
                <a:latin typeface="Noto Sans KR"/>
                <a:ea typeface="Noto Sans KR"/>
                <a:cs typeface="Noto Sans KR"/>
              </a:rPr>
              <a:t>공학적 설정과 합성 동작 확인이며 임상 타당성은 미검증 · 시간당 표본의 짧은 구간 편향은 실환경 보정 필요</a:t>
            </a:r>
          </a:p>
        </p:txBody>
      </p:sp>
    </p:spTree>
    <p:extLst>
      <p:ext uri="{BB962C8B-B14F-4D97-AF65-F5344CB8AC3E}">
        <p14:creationId xmlns:p14="http://schemas.microsoft.com/office/powerpoint/2010/main" val="12923126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shape">
            <a:extLst xmlns:a="http://schemas.openxmlformats.org/drawingml/2006/main">
              <a:ext uri="{FF2B5EF4-FFF2-40B4-BE49-F238E27FC236}">
                <a16:creationId xmlns:a16="http://schemas.microsoft.com/office/drawing/2014/main" id="{C0F8F742-9BDB-44B2-A03F-469769560238}"/>
              </a:ext>
            </a:extLst>
          </p:cNvPr>
          <p:cNvSpPr>
            <a:spLocks xmlns:a="http://schemas.openxmlformats.org/drawingml/2006/main" noGrp="1"/>
          </p:cNvSpPr>
          <p:nvPr/>
        </p:nvSpPr>
        <p:spPr>
          <a:xfrm xmlns:a="http://schemas.openxmlformats.org/drawingml/2006/main">
            <a:off x="0" y="0"/>
            <a:ext cx="228600" cy="1333500"/>
          </a:xfrm>
          <a:prstGeom xmlns:a="http://schemas.openxmlformats.org/drawingml/2006/main" prst="rect">
            <a:avLst/>
          </a:prstGeom>
          <a:solidFill xmlns:a="http://schemas.openxmlformats.org/drawingml/2006/main">
            <a:srgbClr val="141719"/>
          </a:solidFill>
          <a:ln xmlns:a="http://schemas.openxmlformats.org/drawingml/2006/main" w="0">
            <a:noFill/>
            <a:prstDash val="solid"/>
          </a:ln>
        </p:spPr>
      </p:sp>
      <p:sp>
        <p:nvSpPr>
          <p:cNvPr id="2" name="text">
            <a:extLst xmlns:a="http://schemas.openxmlformats.org/drawingml/2006/main">
              <a:ext uri="{FF2B5EF4-FFF2-40B4-BE49-F238E27FC236}">
                <a16:creationId xmlns:a16="http://schemas.microsoft.com/office/drawing/2014/main" id="{68C10F68-E73F-45FA-BF27-4CB6C2548DA9}"/>
              </a:ext>
            </a:extLst>
          </p:cNvPr>
          <p:cNvSpPr>
            <a:spLocks xmlns:a="http://schemas.openxmlformats.org/drawingml/2006/main" noGrp="1"/>
          </p:cNvSpPr>
          <p:nvPr/>
        </p:nvSpPr>
        <p:spPr>
          <a:xfrm xmlns:a="http://schemas.openxmlformats.org/drawingml/2006/main">
            <a:off x="742950" y="266700"/>
            <a:ext cx="1162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41719"/>
                </a:solidFill>
                <a:latin typeface="Noto Sans KR"/>
                <a:ea typeface="Noto Sans KR"/>
                <a:cs typeface="Noto Sans KR"/>
              </a:defRPr>
            </a:defPPr>
            <a:lvl1pPr algn="l">
              <a:defRPr sz="1425" b="1">
                <a:solidFill>
                  <a:srgbClr val="141719"/>
                </a:solidFill>
                <a:latin typeface="Noto Sans KR"/>
                <a:ea typeface="Noto Sans KR"/>
                <a:cs typeface="Noto Sans KR"/>
              </a:defRPr>
            </a:lvl1pPr>
            <a:lvl2pPr algn="l">
              <a:defRPr sz="1425" b="1">
                <a:solidFill>
                  <a:srgbClr val="141719"/>
                </a:solidFill>
                <a:latin typeface="Noto Sans KR"/>
                <a:ea typeface="Noto Sans KR"/>
                <a:cs typeface="Noto Sans KR"/>
              </a:defRPr>
            </a:lvl2pPr>
            <a:lvl3pPr algn="l">
              <a:defRPr sz="1425" b="1">
                <a:solidFill>
                  <a:srgbClr val="141719"/>
                </a:solidFill>
                <a:latin typeface="Noto Sans KR"/>
                <a:ea typeface="Noto Sans KR"/>
                <a:cs typeface="Noto Sans KR"/>
              </a:defRPr>
            </a:lvl3pPr>
            <a:lvl4pPr algn="l">
              <a:defRPr sz="1425" b="1">
                <a:solidFill>
                  <a:srgbClr val="141719"/>
                </a:solidFill>
                <a:latin typeface="Noto Sans KR"/>
                <a:ea typeface="Noto Sans KR"/>
                <a:cs typeface="Noto Sans KR"/>
              </a:defRPr>
            </a:lvl4pPr>
            <a:lvl5pPr algn="l">
              <a:defRPr sz="1425" b="1">
                <a:solidFill>
                  <a:srgbClr val="141719"/>
                </a:solidFill>
                <a:latin typeface="Noto Sans KR"/>
                <a:ea typeface="Noto Sans KR"/>
                <a:cs typeface="Noto Sans KR"/>
              </a:defRPr>
            </a:lvl5pPr>
            <a:lvl6pPr algn="l">
              <a:defRPr sz="1425" b="1">
                <a:solidFill>
                  <a:srgbClr val="141719"/>
                </a:solidFill>
                <a:latin typeface="Noto Sans KR"/>
                <a:ea typeface="Noto Sans KR"/>
                <a:cs typeface="Noto Sans KR"/>
              </a:defRPr>
            </a:lvl6pPr>
            <a:lvl7pPr algn="l">
              <a:defRPr sz="1425" b="1">
                <a:solidFill>
                  <a:srgbClr val="141719"/>
                </a:solidFill>
                <a:latin typeface="Noto Sans KR"/>
                <a:ea typeface="Noto Sans KR"/>
                <a:cs typeface="Noto Sans KR"/>
              </a:defRPr>
            </a:lvl7pPr>
            <a:lvl8pPr algn="l">
              <a:defRPr sz="1425" b="1">
                <a:solidFill>
                  <a:srgbClr val="141719"/>
                </a:solidFill>
                <a:latin typeface="Noto Sans KR"/>
                <a:ea typeface="Noto Sans KR"/>
                <a:cs typeface="Noto Sans KR"/>
              </a:defRPr>
            </a:lvl8pPr>
            <a:lvl9pPr algn="l">
              <a:defRPr sz="1425" b="1">
                <a:solidFill>
                  <a:srgbClr val="141719"/>
                </a:solidFill>
                <a:latin typeface="Noto Sans KR"/>
                <a:ea typeface="Noto Sans KR"/>
                <a:cs typeface="Noto Sans KR"/>
              </a:defRPr>
            </a:lvl9pPr>
          </a:lstStyle>
          <a:p xmlns:a="http://schemas.openxmlformats.org/drawingml/2006/main">
            <a:pPr algn="l">
              <a:lnSpc>
                <a:spcPct val="118000"/>
              </a:lnSpc>
              <a:buNone/>
              <a:defRPr sz="1425" b="1">
                <a:solidFill>
                  <a:srgbClr val="141719"/>
                </a:solidFill>
                <a:latin typeface="Noto Sans KR"/>
                <a:ea typeface="Noto Sans KR"/>
                <a:cs typeface="Noto Sans KR"/>
              </a:defRPr>
            </a:pPr>
            <a:r>
              <a:rPr sz="1425" b="1">
                <a:solidFill>
                  <a:srgbClr val="141719"/>
                </a:solidFill>
                <a:latin typeface="Noto Sans KR"/>
                <a:ea typeface="Noto Sans KR"/>
                <a:cs typeface="Noto Sans KR"/>
              </a:rPr>
              <a:t>3. 개발 프로그램 설명</a:t>
            </a:r>
          </a:p>
        </p:txBody>
      </p:sp>
      <p:sp>
        <p:nvSpPr>
          <p:cNvPr id="3" name="text">
            <a:extLst xmlns:a="http://schemas.openxmlformats.org/drawingml/2006/main">
              <a:ext uri="{FF2B5EF4-FFF2-40B4-BE49-F238E27FC236}">
                <a16:creationId xmlns:a16="http://schemas.microsoft.com/office/drawing/2014/main" id="{D8A317F3-9401-4D11-BBC7-FAA689F99C64}"/>
              </a:ext>
            </a:extLst>
          </p:cNvPr>
          <p:cNvSpPr>
            <a:spLocks xmlns:a="http://schemas.openxmlformats.org/drawingml/2006/main" noGrp="1"/>
          </p:cNvSpPr>
          <p:nvPr/>
        </p:nvSpPr>
        <p:spPr>
          <a:xfrm xmlns:a="http://schemas.openxmlformats.org/drawingml/2006/main">
            <a:off x="714375" y="714375"/>
            <a:ext cx="12239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1719"/>
                </a:solidFill>
                <a:latin typeface="Noto Sans KR"/>
                <a:ea typeface="Noto Sans KR"/>
                <a:cs typeface="Noto Sans KR"/>
              </a:defRPr>
            </a:defPPr>
            <a:lvl1pPr algn="l">
              <a:defRPr sz="3225" b="1">
                <a:solidFill>
                  <a:srgbClr val="141719"/>
                </a:solidFill>
                <a:latin typeface="Noto Sans KR"/>
                <a:ea typeface="Noto Sans KR"/>
                <a:cs typeface="Noto Sans KR"/>
              </a:defRPr>
            </a:lvl1pPr>
            <a:lvl2pPr algn="l">
              <a:defRPr sz="3225" b="1">
                <a:solidFill>
                  <a:srgbClr val="141719"/>
                </a:solidFill>
                <a:latin typeface="Noto Sans KR"/>
                <a:ea typeface="Noto Sans KR"/>
                <a:cs typeface="Noto Sans KR"/>
              </a:defRPr>
            </a:lvl2pPr>
            <a:lvl3pPr algn="l">
              <a:defRPr sz="3225" b="1">
                <a:solidFill>
                  <a:srgbClr val="141719"/>
                </a:solidFill>
                <a:latin typeface="Noto Sans KR"/>
                <a:ea typeface="Noto Sans KR"/>
                <a:cs typeface="Noto Sans KR"/>
              </a:defRPr>
            </a:lvl3pPr>
            <a:lvl4pPr algn="l">
              <a:defRPr sz="3225" b="1">
                <a:solidFill>
                  <a:srgbClr val="141719"/>
                </a:solidFill>
                <a:latin typeface="Noto Sans KR"/>
                <a:ea typeface="Noto Sans KR"/>
                <a:cs typeface="Noto Sans KR"/>
              </a:defRPr>
            </a:lvl4pPr>
            <a:lvl5pPr algn="l">
              <a:defRPr sz="3225" b="1">
                <a:solidFill>
                  <a:srgbClr val="141719"/>
                </a:solidFill>
                <a:latin typeface="Noto Sans KR"/>
                <a:ea typeface="Noto Sans KR"/>
                <a:cs typeface="Noto Sans KR"/>
              </a:defRPr>
            </a:lvl5pPr>
            <a:lvl6pPr algn="l">
              <a:defRPr sz="3225" b="1">
                <a:solidFill>
                  <a:srgbClr val="141719"/>
                </a:solidFill>
                <a:latin typeface="Noto Sans KR"/>
                <a:ea typeface="Noto Sans KR"/>
                <a:cs typeface="Noto Sans KR"/>
              </a:defRPr>
            </a:lvl6pPr>
            <a:lvl7pPr algn="l">
              <a:defRPr sz="3225" b="1">
                <a:solidFill>
                  <a:srgbClr val="141719"/>
                </a:solidFill>
                <a:latin typeface="Noto Sans KR"/>
                <a:ea typeface="Noto Sans KR"/>
                <a:cs typeface="Noto Sans KR"/>
              </a:defRPr>
            </a:lvl7pPr>
            <a:lvl8pPr algn="l">
              <a:defRPr sz="3225" b="1">
                <a:solidFill>
                  <a:srgbClr val="141719"/>
                </a:solidFill>
                <a:latin typeface="Noto Sans KR"/>
                <a:ea typeface="Noto Sans KR"/>
                <a:cs typeface="Noto Sans KR"/>
              </a:defRPr>
            </a:lvl8pPr>
            <a:lvl9pPr algn="l">
              <a:defRPr sz="3225" b="1">
                <a:solidFill>
                  <a:srgbClr val="141719"/>
                </a:solidFill>
                <a:latin typeface="Noto Sans KR"/>
                <a:ea typeface="Noto Sans KR"/>
                <a:cs typeface="Noto Sans KR"/>
              </a:defRPr>
            </a:lvl9pPr>
          </a:lstStyle>
          <a:p xmlns:a="http://schemas.openxmlformats.org/drawingml/2006/main">
            <a:pPr algn="l">
              <a:lnSpc>
                <a:spcPct val="118000"/>
              </a:lnSpc>
              <a:buNone/>
              <a:defRPr sz="3225" b="1">
                <a:solidFill>
                  <a:srgbClr val="141719"/>
                </a:solidFill>
                <a:latin typeface="Noto Sans KR"/>
                <a:ea typeface="Noto Sans KR"/>
                <a:cs typeface="Noto Sans KR"/>
              </a:defRPr>
            </a:pPr>
            <a:r>
              <a:rPr sz="3225" b="1">
                <a:solidFill>
                  <a:srgbClr val="141719"/>
                </a:solidFill>
                <a:latin typeface="Noto Sans KR"/>
                <a:ea typeface="Noto Sans KR"/>
                <a:cs typeface="Noto Sans KR"/>
              </a:rPr>
              <a:t>Baseline 대비 IF·AE 추가 효과와 한계</a:t>
            </a:r>
          </a:p>
        </p:txBody>
      </p:sp>
      <p:sp>
        <p:nvSpPr>
          <p:cNvPr id="4" name="text">
            <a:extLst xmlns:a="http://schemas.openxmlformats.org/drawingml/2006/main">
              <a:ext uri="{FF2B5EF4-FFF2-40B4-BE49-F238E27FC236}">
                <a16:creationId xmlns:a16="http://schemas.microsoft.com/office/drawing/2014/main" id="{02E4A549-90B1-4A62-B387-4D3A1587BD85}"/>
              </a:ext>
            </a:extLst>
          </p:cNvPr>
          <p:cNvSpPr>
            <a:spLocks xmlns:a="http://schemas.openxmlformats.org/drawingml/2006/main" noGrp="1"/>
          </p:cNvSpPr>
          <p:nvPr/>
        </p:nvSpPr>
        <p:spPr>
          <a:xfrm xmlns:a="http://schemas.openxmlformats.org/drawingml/2006/main">
            <a:off x="762000" y="1390650"/>
            <a:ext cx="1219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86368"/>
                </a:solidFill>
                <a:latin typeface="Noto Sans KR"/>
                <a:ea typeface="Noto Sans KR"/>
                <a:cs typeface="Noto Sans KR"/>
              </a:defRPr>
            </a:defPPr>
            <a:lvl1pPr algn="l">
              <a:defRPr sz="1425" b="0">
                <a:solidFill>
                  <a:srgbClr val="586368"/>
                </a:solidFill>
                <a:latin typeface="Noto Sans KR"/>
                <a:ea typeface="Noto Sans KR"/>
                <a:cs typeface="Noto Sans KR"/>
              </a:defRPr>
            </a:lvl1pPr>
            <a:lvl2pPr algn="l">
              <a:defRPr sz="1425" b="0">
                <a:solidFill>
                  <a:srgbClr val="586368"/>
                </a:solidFill>
                <a:latin typeface="Noto Sans KR"/>
                <a:ea typeface="Noto Sans KR"/>
                <a:cs typeface="Noto Sans KR"/>
              </a:defRPr>
            </a:lvl2pPr>
            <a:lvl3pPr algn="l">
              <a:defRPr sz="1425" b="0">
                <a:solidFill>
                  <a:srgbClr val="586368"/>
                </a:solidFill>
                <a:latin typeface="Noto Sans KR"/>
                <a:ea typeface="Noto Sans KR"/>
                <a:cs typeface="Noto Sans KR"/>
              </a:defRPr>
            </a:lvl3pPr>
            <a:lvl4pPr algn="l">
              <a:defRPr sz="1425" b="0">
                <a:solidFill>
                  <a:srgbClr val="586368"/>
                </a:solidFill>
                <a:latin typeface="Noto Sans KR"/>
                <a:ea typeface="Noto Sans KR"/>
                <a:cs typeface="Noto Sans KR"/>
              </a:defRPr>
            </a:lvl4pPr>
            <a:lvl5pPr algn="l">
              <a:defRPr sz="1425" b="0">
                <a:solidFill>
                  <a:srgbClr val="586368"/>
                </a:solidFill>
                <a:latin typeface="Noto Sans KR"/>
                <a:ea typeface="Noto Sans KR"/>
                <a:cs typeface="Noto Sans KR"/>
              </a:defRPr>
            </a:lvl5pPr>
            <a:lvl6pPr algn="l">
              <a:defRPr sz="1425" b="0">
                <a:solidFill>
                  <a:srgbClr val="586368"/>
                </a:solidFill>
                <a:latin typeface="Noto Sans KR"/>
                <a:ea typeface="Noto Sans KR"/>
                <a:cs typeface="Noto Sans KR"/>
              </a:defRPr>
            </a:lvl6pPr>
            <a:lvl7pPr algn="l">
              <a:defRPr sz="1425" b="0">
                <a:solidFill>
                  <a:srgbClr val="586368"/>
                </a:solidFill>
                <a:latin typeface="Noto Sans KR"/>
                <a:ea typeface="Noto Sans KR"/>
                <a:cs typeface="Noto Sans KR"/>
              </a:defRPr>
            </a:lvl7pPr>
            <a:lvl8pPr algn="l">
              <a:defRPr sz="1425" b="0">
                <a:solidFill>
                  <a:srgbClr val="586368"/>
                </a:solidFill>
                <a:latin typeface="Noto Sans KR"/>
                <a:ea typeface="Noto Sans KR"/>
                <a:cs typeface="Noto Sans KR"/>
              </a:defRPr>
            </a:lvl8pPr>
            <a:lvl9pPr algn="l">
              <a:defRPr sz="1425" b="0">
                <a:solidFill>
                  <a:srgbClr val="586368"/>
                </a:solidFill>
                <a:latin typeface="Noto Sans KR"/>
                <a:ea typeface="Noto Sans KR"/>
                <a:cs typeface="Noto Sans KR"/>
              </a:defRPr>
            </a:lvl9pPr>
          </a:lstStyle>
          <a:p xmlns:a="http://schemas.openxmlformats.org/drawingml/2006/main">
            <a:pPr algn="l">
              <a:lnSpc>
                <a:spcPct val="118000"/>
              </a:lnSpc>
              <a:buNone/>
              <a:defRPr sz="1425" b="0">
                <a:solidFill>
                  <a:srgbClr val="586368"/>
                </a:solidFill>
                <a:latin typeface="Noto Sans KR"/>
                <a:ea typeface="Noto Sans KR"/>
                <a:cs typeface="Noto Sans KR"/>
              </a:defRPr>
            </a:pPr>
            <a:r>
              <a:rPr sz="1425" b="0">
                <a:solidFill>
                  <a:srgbClr val="586368"/>
                </a:solidFill>
                <a:latin typeface="Noto Sans KR"/>
                <a:ea typeface="Noto Sans KR"/>
                <a:cs typeface="Noto Sans KR"/>
              </a:rPr>
              <a:t>동일한 특징·관측 품질·반복 근거 조건으로 4가지 구성 비교</a:t>
            </a:r>
          </a:p>
        </p:txBody>
      </p:sp>
      <p:sp>
        <p:nvSpPr>
          <p:cNvPr id="5" name="">
            <a:extLst xmlns:a="http://schemas.openxmlformats.org/drawingml/2006/main">
              <a:ext uri="{FF2B5EF4-FFF2-40B4-BE49-F238E27FC236}">
                <a16:creationId xmlns:a16="http://schemas.microsoft.com/office/drawing/2014/main" id="{1BB2FD1A-2268-4A9D-8F40-908D798F2B25}"/>
              </a:ext>
            </a:extLst>
          </p:cNvPr>
          <p:cNvSpPr>
            <a:spLocks xmlns:a="http://schemas.openxmlformats.org/drawingml/2006/main" noGrp="1"/>
          </p:cNvSpPr>
          <p:nvPr/>
        </p:nvSpPr>
        <p:spPr>
          <a:xfrm xmlns:a="http://schemas.openxmlformats.org/drawingml/2006/main">
            <a:off x="762000" y="7248525"/>
            <a:ext cx="12192000" cy="0"/>
          </a:xfrm>
          <a:prstGeom xmlns:a="http://schemas.openxmlformats.org/drawingml/2006/main" prst="line">
            <a:avLst/>
          </a:prstGeom>
          <a:noFill xmlns:a="http://schemas.openxmlformats.org/drawingml/2006/main"/>
          <a:ln xmlns:a="http://schemas.openxmlformats.org/drawingml/2006/main" w="9525">
            <a:solidFill>
              <a:srgbClr val="D6DEE0"/>
            </a:solidFill>
            <a:prstDash val="solid"/>
          </a:ln>
        </p:spPr>
      </p:sp>
      <p:sp>
        <p:nvSpPr>
          <p:cNvPr id="6" name="text">
            <a:extLst xmlns:a="http://schemas.openxmlformats.org/drawingml/2006/main">
              <a:ext uri="{FF2B5EF4-FFF2-40B4-BE49-F238E27FC236}">
                <a16:creationId xmlns:a16="http://schemas.microsoft.com/office/drawing/2014/main" id="{4825C8D3-81DE-4725-9B2D-62CF8BCE173C}"/>
              </a:ext>
            </a:extLst>
          </p:cNvPr>
          <p:cNvSpPr>
            <a:spLocks xmlns:a="http://schemas.openxmlformats.org/drawingml/2006/main" noGrp="1"/>
          </p:cNvSpPr>
          <p:nvPr/>
        </p:nvSpPr>
        <p:spPr>
          <a:xfrm xmlns:a="http://schemas.openxmlformats.org/drawingml/2006/main">
            <a:off x="762000" y="7400925"/>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586368"/>
                </a:solidFill>
                <a:latin typeface="Noto Sans KR"/>
                <a:ea typeface="Noto Sans KR"/>
                <a:cs typeface="Noto Sans KR"/>
              </a:defRPr>
            </a:defPPr>
            <a:lvl1pPr algn="l">
              <a:defRPr sz="1013" b="0">
                <a:solidFill>
                  <a:srgbClr val="586368"/>
                </a:solidFill>
                <a:latin typeface="Noto Sans KR"/>
                <a:ea typeface="Noto Sans KR"/>
                <a:cs typeface="Noto Sans KR"/>
              </a:defRPr>
            </a:lvl1pPr>
            <a:lvl2pPr algn="l">
              <a:defRPr sz="1013" b="0">
                <a:solidFill>
                  <a:srgbClr val="586368"/>
                </a:solidFill>
                <a:latin typeface="Noto Sans KR"/>
                <a:ea typeface="Noto Sans KR"/>
                <a:cs typeface="Noto Sans KR"/>
              </a:defRPr>
            </a:lvl2pPr>
            <a:lvl3pPr algn="l">
              <a:defRPr sz="1013" b="0">
                <a:solidFill>
                  <a:srgbClr val="586368"/>
                </a:solidFill>
                <a:latin typeface="Noto Sans KR"/>
                <a:ea typeface="Noto Sans KR"/>
                <a:cs typeface="Noto Sans KR"/>
              </a:defRPr>
            </a:lvl3pPr>
            <a:lvl4pPr algn="l">
              <a:defRPr sz="1013" b="0">
                <a:solidFill>
                  <a:srgbClr val="586368"/>
                </a:solidFill>
                <a:latin typeface="Noto Sans KR"/>
                <a:ea typeface="Noto Sans KR"/>
                <a:cs typeface="Noto Sans KR"/>
              </a:defRPr>
            </a:lvl4pPr>
            <a:lvl5pPr algn="l">
              <a:defRPr sz="1013" b="0">
                <a:solidFill>
                  <a:srgbClr val="586368"/>
                </a:solidFill>
                <a:latin typeface="Noto Sans KR"/>
                <a:ea typeface="Noto Sans KR"/>
                <a:cs typeface="Noto Sans KR"/>
              </a:defRPr>
            </a:lvl5pPr>
            <a:lvl6pPr algn="l">
              <a:defRPr sz="1013" b="0">
                <a:solidFill>
                  <a:srgbClr val="586368"/>
                </a:solidFill>
                <a:latin typeface="Noto Sans KR"/>
                <a:ea typeface="Noto Sans KR"/>
                <a:cs typeface="Noto Sans KR"/>
              </a:defRPr>
            </a:lvl6pPr>
            <a:lvl7pPr algn="l">
              <a:defRPr sz="1013" b="0">
                <a:solidFill>
                  <a:srgbClr val="586368"/>
                </a:solidFill>
                <a:latin typeface="Noto Sans KR"/>
                <a:ea typeface="Noto Sans KR"/>
                <a:cs typeface="Noto Sans KR"/>
              </a:defRPr>
            </a:lvl7pPr>
            <a:lvl8pPr algn="l">
              <a:defRPr sz="1013" b="0">
                <a:solidFill>
                  <a:srgbClr val="586368"/>
                </a:solidFill>
                <a:latin typeface="Noto Sans KR"/>
                <a:ea typeface="Noto Sans KR"/>
                <a:cs typeface="Noto Sans KR"/>
              </a:defRPr>
            </a:lvl8pPr>
            <a:lvl9pPr algn="l">
              <a:defRPr sz="1013" b="0">
                <a:solidFill>
                  <a:srgbClr val="586368"/>
                </a:solidFill>
                <a:latin typeface="Noto Sans KR"/>
                <a:ea typeface="Noto Sans KR"/>
                <a:cs typeface="Noto Sans KR"/>
              </a:defRPr>
            </a:lvl9pPr>
          </a:lstStyle>
          <a:p xmlns:a="http://schemas.openxmlformats.org/drawingml/2006/main">
            <a:pPr algn="l">
              <a:lnSpc>
                <a:spcPct val="118000"/>
              </a:lnSpc>
              <a:buNone/>
              <a:defRPr sz="1013" b="0">
                <a:solidFill>
                  <a:srgbClr val="586368"/>
                </a:solidFill>
                <a:latin typeface="Noto Sans KR"/>
                <a:ea typeface="Noto Sans KR"/>
                <a:cs typeface="Noto Sans KR"/>
              </a:defRPr>
            </a:pPr>
            <a:r>
              <a:rPr sz="1013" b="0">
                <a:solidFill>
                  <a:srgbClr val="586368"/>
                </a:solidFill>
                <a:latin typeface="Noto Sans KR"/>
                <a:ea typeface="Noto Sans KR"/>
                <a:cs typeface="Noto Sans KR"/>
              </a:rPr>
              <a:t>Home Assistant 가전 반복행동 판단</a:t>
            </a:r>
          </a:p>
        </p:txBody>
      </p:sp>
      <p:sp>
        <p:nvSpPr>
          <p:cNvPr id="7" name="text">
            <a:extLst xmlns:a="http://schemas.openxmlformats.org/drawingml/2006/main">
              <a:ext uri="{FF2B5EF4-FFF2-40B4-BE49-F238E27FC236}">
                <a16:creationId xmlns:a16="http://schemas.microsoft.com/office/drawing/2014/main" id="{E7A3435F-72D6-4648-8A51-0B2CE857094C}"/>
              </a:ext>
            </a:extLst>
          </p:cNvPr>
          <p:cNvSpPr>
            <a:spLocks xmlns:a="http://schemas.openxmlformats.org/drawingml/2006/main" noGrp="1"/>
          </p:cNvSpPr>
          <p:nvPr/>
        </p:nvSpPr>
        <p:spPr>
          <a:xfrm xmlns:a="http://schemas.openxmlformats.org/drawingml/2006/main">
            <a:off x="7334250" y="7400925"/>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13" b="0">
                <a:solidFill>
                  <a:srgbClr val="586368"/>
                </a:solidFill>
                <a:latin typeface="Noto Sans KR"/>
                <a:ea typeface="Noto Sans KR"/>
                <a:cs typeface="Noto Sans KR"/>
              </a:defRPr>
            </a:defPPr>
            <a:lvl1pPr algn="r">
              <a:defRPr sz="1013" b="0">
                <a:solidFill>
                  <a:srgbClr val="586368"/>
                </a:solidFill>
                <a:latin typeface="Noto Sans KR"/>
                <a:ea typeface="Noto Sans KR"/>
                <a:cs typeface="Noto Sans KR"/>
              </a:defRPr>
            </a:lvl1pPr>
            <a:lvl2pPr algn="r">
              <a:defRPr sz="1013" b="0">
                <a:solidFill>
                  <a:srgbClr val="586368"/>
                </a:solidFill>
                <a:latin typeface="Noto Sans KR"/>
                <a:ea typeface="Noto Sans KR"/>
                <a:cs typeface="Noto Sans KR"/>
              </a:defRPr>
            </a:lvl2pPr>
            <a:lvl3pPr algn="r">
              <a:defRPr sz="1013" b="0">
                <a:solidFill>
                  <a:srgbClr val="586368"/>
                </a:solidFill>
                <a:latin typeface="Noto Sans KR"/>
                <a:ea typeface="Noto Sans KR"/>
                <a:cs typeface="Noto Sans KR"/>
              </a:defRPr>
            </a:lvl3pPr>
            <a:lvl4pPr algn="r">
              <a:defRPr sz="1013" b="0">
                <a:solidFill>
                  <a:srgbClr val="586368"/>
                </a:solidFill>
                <a:latin typeface="Noto Sans KR"/>
                <a:ea typeface="Noto Sans KR"/>
                <a:cs typeface="Noto Sans KR"/>
              </a:defRPr>
            </a:lvl4pPr>
            <a:lvl5pPr algn="r">
              <a:defRPr sz="1013" b="0">
                <a:solidFill>
                  <a:srgbClr val="586368"/>
                </a:solidFill>
                <a:latin typeface="Noto Sans KR"/>
                <a:ea typeface="Noto Sans KR"/>
                <a:cs typeface="Noto Sans KR"/>
              </a:defRPr>
            </a:lvl5pPr>
            <a:lvl6pPr algn="r">
              <a:defRPr sz="1013" b="0">
                <a:solidFill>
                  <a:srgbClr val="586368"/>
                </a:solidFill>
                <a:latin typeface="Noto Sans KR"/>
                <a:ea typeface="Noto Sans KR"/>
                <a:cs typeface="Noto Sans KR"/>
              </a:defRPr>
            </a:lvl6pPr>
            <a:lvl7pPr algn="r">
              <a:defRPr sz="1013" b="0">
                <a:solidFill>
                  <a:srgbClr val="586368"/>
                </a:solidFill>
                <a:latin typeface="Noto Sans KR"/>
                <a:ea typeface="Noto Sans KR"/>
                <a:cs typeface="Noto Sans KR"/>
              </a:defRPr>
            </a:lvl7pPr>
            <a:lvl8pPr algn="r">
              <a:defRPr sz="1013" b="0">
                <a:solidFill>
                  <a:srgbClr val="586368"/>
                </a:solidFill>
                <a:latin typeface="Noto Sans KR"/>
                <a:ea typeface="Noto Sans KR"/>
                <a:cs typeface="Noto Sans KR"/>
              </a:defRPr>
            </a:lvl8pPr>
            <a:lvl9pPr algn="r">
              <a:defRPr sz="1013" b="0">
                <a:solidFill>
                  <a:srgbClr val="586368"/>
                </a:solidFill>
                <a:latin typeface="Noto Sans KR"/>
                <a:ea typeface="Noto Sans KR"/>
                <a:cs typeface="Noto Sans KR"/>
              </a:defRPr>
            </a:lvl9pPr>
          </a:lstStyle>
          <a:p xmlns:a="http://schemas.openxmlformats.org/drawingml/2006/main">
            <a:pPr algn="r">
              <a:lnSpc>
                <a:spcPct val="118000"/>
              </a:lnSpc>
              <a:buNone/>
              <a:defRPr sz="1013" b="0">
                <a:solidFill>
                  <a:srgbClr val="586368"/>
                </a:solidFill>
                <a:latin typeface="Noto Sans KR"/>
                <a:ea typeface="Noto Sans KR"/>
                <a:cs typeface="Noto Sans KR"/>
              </a:defRPr>
            </a:pPr>
            <a:r>
              <a:rPr sz="1013" b="0">
                <a:solidFill>
                  <a:srgbClr val="586368"/>
                </a:solidFill>
                <a:latin typeface="Noto Sans KR"/>
                <a:ea typeface="Noto Sans KR"/>
                <a:cs typeface="Noto Sans KR"/>
              </a:rPr>
              <a:t>합성 데이터 시험 · 환자 대상 성능 미평가</a:t>
            </a:r>
          </a:p>
        </p:txBody>
      </p:sp>
      <p:sp>
        <p:nvSpPr>
          <p:cNvPr id="8" name="text">
            <a:extLst xmlns:a="http://schemas.openxmlformats.org/drawingml/2006/main">
              <a:ext uri="{FF2B5EF4-FFF2-40B4-BE49-F238E27FC236}">
                <a16:creationId xmlns:a16="http://schemas.microsoft.com/office/drawing/2014/main" id="{5C2C18B8-68C7-41C6-A6BB-1F1CB7AEB7B2}"/>
              </a:ext>
            </a:extLst>
          </p:cNvPr>
          <p:cNvSpPr>
            <a:spLocks xmlns:a="http://schemas.openxmlformats.org/drawingml/2006/main" noGrp="1"/>
          </p:cNvSpPr>
          <p:nvPr/>
        </p:nvSpPr>
        <p:spPr>
          <a:xfrm xmlns:a="http://schemas.openxmlformats.org/drawingml/2006/main">
            <a:off x="12382500" y="7353300"/>
            <a:ext cx="571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1">
                <a:solidFill>
                  <a:srgbClr val="141719"/>
                </a:solidFill>
                <a:latin typeface="Noto Sans KR"/>
                <a:ea typeface="Noto Sans KR"/>
                <a:cs typeface="Noto Sans KR"/>
              </a:defRPr>
            </a:defPPr>
            <a:lvl1pPr algn="r">
              <a:defRPr sz="1500" b="1">
                <a:solidFill>
                  <a:srgbClr val="141719"/>
                </a:solidFill>
                <a:latin typeface="Noto Sans KR"/>
                <a:ea typeface="Noto Sans KR"/>
                <a:cs typeface="Noto Sans KR"/>
              </a:defRPr>
            </a:lvl1pPr>
            <a:lvl2pPr algn="r">
              <a:defRPr sz="1500" b="1">
                <a:solidFill>
                  <a:srgbClr val="141719"/>
                </a:solidFill>
                <a:latin typeface="Noto Sans KR"/>
                <a:ea typeface="Noto Sans KR"/>
                <a:cs typeface="Noto Sans KR"/>
              </a:defRPr>
            </a:lvl2pPr>
            <a:lvl3pPr algn="r">
              <a:defRPr sz="1500" b="1">
                <a:solidFill>
                  <a:srgbClr val="141719"/>
                </a:solidFill>
                <a:latin typeface="Noto Sans KR"/>
                <a:ea typeface="Noto Sans KR"/>
                <a:cs typeface="Noto Sans KR"/>
              </a:defRPr>
            </a:lvl3pPr>
            <a:lvl4pPr algn="r">
              <a:defRPr sz="1500" b="1">
                <a:solidFill>
                  <a:srgbClr val="141719"/>
                </a:solidFill>
                <a:latin typeface="Noto Sans KR"/>
                <a:ea typeface="Noto Sans KR"/>
                <a:cs typeface="Noto Sans KR"/>
              </a:defRPr>
            </a:lvl4pPr>
            <a:lvl5pPr algn="r">
              <a:defRPr sz="1500" b="1">
                <a:solidFill>
                  <a:srgbClr val="141719"/>
                </a:solidFill>
                <a:latin typeface="Noto Sans KR"/>
                <a:ea typeface="Noto Sans KR"/>
                <a:cs typeface="Noto Sans KR"/>
              </a:defRPr>
            </a:lvl5pPr>
            <a:lvl6pPr algn="r">
              <a:defRPr sz="1500" b="1">
                <a:solidFill>
                  <a:srgbClr val="141719"/>
                </a:solidFill>
                <a:latin typeface="Noto Sans KR"/>
                <a:ea typeface="Noto Sans KR"/>
                <a:cs typeface="Noto Sans KR"/>
              </a:defRPr>
            </a:lvl6pPr>
            <a:lvl7pPr algn="r">
              <a:defRPr sz="1500" b="1">
                <a:solidFill>
                  <a:srgbClr val="141719"/>
                </a:solidFill>
                <a:latin typeface="Noto Sans KR"/>
                <a:ea typeface="Noto Sans KR"/>
                <a:cs typeface="Noto Sans KR"/>
              </a:defRPr>
            </a:lvl7pPr>
            <a:lvl8pPr algn="r">
              <a:defRPr sz="1500" b="1">
                <a:solidFill>
                  <a:srgbClr val="141719"/>
                </a:solidFill>
                <a:latin typeface="Noto Sans KR"/>
                <a:ea typeface="Noto Sans KR"/>
                <a:cs typeface="Noto Sans KR"/>
              </a:defRPr>
            </a:lvl8pPr>
            <a:lvl9pPr algn="r">
              <a:defRPr sz="1500" b="1">
                <a:solidFill>
                  <a:srgbClr val="141719"/>
                </a:solidFill>
                <a:latin typeface="Noto Sans KR"/>
                <a:ea typeface="Noto Sans KR"/>
                <a:cs typeface="Noto Sans KR"/>
              </a:defRPr>
            </a:lvl9pPr>
          </a:lstStyle>
          <a:p xmlns:a="http://schemas.openxmlformats.org/drawingml/2006/main">
            <a:pPr algn="r">
              <a:lnSpc>
                <a:spcPct val="118000"/>
              </a:lnSpc>
              <a:buNone/>
              <a:defRPr sz="1500" b="1">
                <a:solidFill>
                  <a:srgbClr val="141719"/>
                </a:solidFill>
                <a:latin typeface="Noto Sans KR"/>
                <a:ea typeface="Noto Sans KR"/>
                <a:cs typeface="Noto Sans KR"/>
              </a:defRPr>
            </a:pPr>
            <a:r>
              <a:rPr sz="1500" b="1">
                <a:solidFill>
                  <a:srgbClr val="141719"/>
                </a:solidFill>
                <a:latin typeface="Noto Sans KR"/>
                <a:ea typeface="Noto Sans KR"/>
                <a:cs typeface="Noto Sans KR"/>
              </a:rPr>
              <a:t>04</a:t>
            </a:r>
          </a:p>
        </p:txBody>
      </p:sp>
      <p:sp>
        <p:nvSpPr>
          <p:cNvPr id="9" name="text">
            <a:extLst xmlns:a="http://schemas.openxmlformats.org/drawingml/2006/main">
              <a:ext uri="{FF2B5EF4-FFF2-40B4-BE49-F238E27FC236}">
                <a16:creationId xmlns:a16="http://schemas.microsoft.com/office/drawing/2014/main" id="{9C82F2BE-7AF5-458F-9C45-D8C034B77E84}"/>
              </a:ext>
            </a:extLst>
          </p:cNvPr>
          <p:cNvSpPr>
            <a:spLocks xmlns:a="http://schemas.openxmlformats.org/drawingml/2006/main" noGrp="1"/>
          </p:cNvSpPr>
          <p:nvPr/>
        </p:nvSpPr>
        <p:spPr>
          <a:xfrm xmlns:a="http://schemas.openxmlformats.org/drawingml/2006/main">
            <a:off x="762000" y="1857375"/>
            <a:ext cx="7524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41719"/>
                </a:solidFill>
                <a:latin typeface="Noto Sans KR"/>
                <a:ea typeface="Noto Sans KR"/>
                <a:cs typeface="Noto Sans KR"/>
              </a:defRPr>
            </a:defPPr>
            <a:lvl1pPr algn="l">
              <a:defRPr sz="1875" b="1">
                <a:solidFill>
                  <a:srgbClr val="141719"/>
                </a:solidFill>
                <a:latin typeface="Noto Sans KR"/>
                <a:ea typeface="Noto Sans KR"/>
                <a:cs typeface="Noto Sans KR"/>
              </a:defRPr>
            </a:lvl1pPr>
            <a:lvl2pPr algn="l">
              <a:defRPr sz="1875" b="1">
                <a:solidFill>
                  <a:srgbClr val="141719"/>
                </a:solidFill>
                <a:latin typeface="Noto Sans KR"/>
                <a:ea typeface="Noto Sans KR"/>
                <a:cs typeface="Noto Sans KR"/>
              </a:defRPr>
            </a:lvl2pPr>
            <a:lvl3pPr algn="l">
              <a:defRPr sz="1875" b="1">
                <a:solidFill>
                  <a:srgbClr val="141719"/>
                </a:solidFill>
                <a:latin typeface="Noto Sans KR"/>
                <a:ea typeface="Noto Sans KR"/>
                <a:cs typeface="Noto Sans KR"/>
              </a:defRPr>
            </a:lvl3pPr>
            <a:lvl4pPr algn="l">
              <a:defRPr sz="1875" b="1">
                <a:solidFill>
                  <a:srgbClr val="141719"/>
                </a:solidFill>
                <a:latin typeface="Noto Sans KR"/>
                <a:ea typeface="Noto Sans KR"/>
                <a:cs typeface="Noto Sans KR"/>
              </a:defRPr>
            </a:lvl4pPr>
            <a:lvl5pPr algn="l">
              <a:defRPr sz="1875" b="1">
                <a:solidFill>
                  <a:srgbClr val="141719"/>
                </a:solidFill>
                <a:latin typeface="Noto Sans KR"/>
                <a:ea typeface="Noto Sans KR"/>
                <a:cs typeface="Noto Sans KR"/>
              </a:defRPr>
            </a:lvl5pPr>
            <a:lvl6pPr algn="l">
              <a:defRPr sz="1875" b="1">
                <a:solidFill>
                  <a:srgbClr val="141719"/>
                </a:solidFill>
                <a:latin typeface="Noto Sans KR"/>
                <a:ea typeface="Noto Sans KR"/>
                <a:cs typeface="Noto Sans KR"/>
              </a:defRPr>
            </a:lvl6pPr>
            <a:lvl7pPr algn="l">
              <a:defRPr sz="1875" b="1">
                <a:solidFill>
                  <a:srgbClr val="141719"/>
                </a:solidFill>
                <a:latin typeface="Noto Sans KR"/>
                <a:ea typeface="Noto Sans KR"/>
                <a:cs typeface="Noto Sans KR"/>
              </a:defRPr>
            </a:lvl7pPr>
            <a:lvl8pPr algn="l">
              <a:defRPr sz="1875" b="1">
                <a:solidFill>
                  <a:srgbClr val="141719"/>
                </a:solidFill>
                <a:latin typeface="Noto Sans KR"/>
                <a:ea typeface="Noto Sans KR"/>
                <a:cs typeface="Noto Sans KR"/>
              </a:defRPr>
            </a:lvl8pPr>
            <a:lvl9pPr algn="l">
              <a:defRPr sz="1875" b="1">
                <a:solidFill>
                  <a:srgbClr val="141719"/>
                </a:solidFill>
                <a:latin typeface="Noto Sans KR"/>
                <a:ea typeface="Noto Sans KR"/>
                <a:cs typeface="Noto Sans KR"/>
              </a:defRPr>
            </a:lvl9pPr>
          </a:lstStyle>
          <a:p xmlns:a="http://schemas.openxmlformats.org/drawingml/2006/main">
            <a:pPr algn="l">
              <a:lnSpc>
                <a:spcPct val="118000"/>
              </a:lnSpc>
              <a:buNone/>
              <a:defRPr sz="1875" b="1">
                <a:solidFill>
                  <a:srgbClr val="141719"/>
                </a:solidFill>
                <a:latin typeface="Noto Sans KR"/>
                <a:ea typeface="Noto Sans KR"/>
                <a:cs typeface="Noto Sans KR"/>
              </a:defRPr>
            </a:pPr>
            <a:r>
              <a:rPr sz="1875" b="1">
                <a:solidFill>
                  <a:srgbClr val="141719"/>
                </a:solidFill>
                <a:latin typeface="Noto Sans KR"/>
                <a:ea typeface="Noto Sans KR"/>
                <a:cs typeface="Noto Sans KR"/>
              </a:rPr>
              <a:t>5분 간격 냉장고 반복: 61개 분별 판정</a:t>
            </a:r>
          </a:p>
        </p:txBody>
      </p:sp>
      <p:graphicFrame>
        <p:nvGraphicFramePr>
          <p:cNvPr id="10" name="">
            <a:extLst xmlns:a="http://schemas.openxmlformats.org/drawingml/2006/main">
              <a:ext uri="{FF2B5EF4-FFF2-40B4-BE49-F238E27FC236}">
                <a16:creationId xmlns:a16="http://schemas.microsoft.com/office/drawing/2014/main" id="{57D31038-911E-445E-90A8-A9DB3E12B2DB}"/>
              </a:ext>
            </a:extLst>
          </p:cNvPr>
          <p:cNvGraphicFramePr/>
          <p:nvPr/>
        </p:nvGraphicFramePr>
        <p:xfrm>
          <a:off xmlns:a="http://schemas.openxmlformats.org/drawingml/2006/main" x="2571750" y="2447925"/>
          <a:ext xmlns:a="http://schemas.openxmlformats.org/drawingml/2006/main" cx="5619750" cy="1104900"/>
        </p:xfrm>
        <a:graphic xmlns:a="http://schemas.openxmlformats.org/drawingml/2006/main">
          <a:graphicData uri="http://schemas.openxmlformats.org/drawingml/2006/table">
            <a:tbl>
              <a:tblPr firstRow="0" bandRow="0" bandCol="0"/>
              <a:tblGrid>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gridCol w="92127"/>
              </a:tblGrid>
              <a:tr h="276225">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T w="0">
                      <a:noFill/>
                    </a:lnT>
                    <a:lnB w="0">
                      <a:noFill/>
                    </a:lnB>
                    <a:solidFill>
                      <a:srgbClr val="DF9677"/>
                    </a:solidFill>
                  </a:tcPr>
                </a:tc>
              </a:tr>
              <a:tr h="276225">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r>
              <a:tr h="276225">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r>
              <a:tr h="276225">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L w="0">
                      <a:noFill/>
                    </a:lnL>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ADD9CC"/>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E6C45F"/>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c>
                  <a:txBody>
                    <a:bodyPr/>
                    <a:lstStyle/>
                    <a:p>
                      <a:pPr>
                        <a:spcAft>
                          <a:spcPts val="0"/>
                        </a:spcAft>
                        <a:spcBef>
                          <a:spcPts val="0"/>
                        </a:spcBef>
                        <a:defRPr sz="100"/>
                      </a:pPr>
                      <a:r>
                        <a:rPr sz="100">
                          <a:latin typeface="Noto Sans KR"/>
                          <a:ea typeface="Noto Sans KR"/>
                          <a:cs typeface="Noto Sans KR"/>
                        </a:rPr>
                        <a:t/>
                      </a:r>
                      <a:endParaRPr sz="100">
                        <a:latin typeface="Noto Sans KR"/>
                        <a:ea typeface="Noto Sans KR"/>
                        <a:cs typeface="Noto Sans KR"/>
                      </a:endParaRPr>
                    </a:p>
                  </a:txBody>
                  <a:tcPr marL="0" marR="0" marT="0" marB="0">
                    <a:lnR w="0">
                      <a:noFill/>
                    </a:lnR>
                    <a:lnB w="0">
                      <a:noFill/>
                    </a:lnB>
                    <a:solidFill>
                      <a:srgbClr val="DF9677"/>
                    </a:solidFill>
                  </a:tcPr>
                </a:tc>
              </a:tr>
            </a:tbl>
          </a:graphicData>
        </a:graphic>
      </p:graphicFrame>
      <p:sp>
        <p:nvSpPr>
          <p:cNvPr id="11" name="method-decision-timeline">
            <a:extLst xmlns:a="http://schemas.openxmlformats.org/drawingml/2006/main">
              <a:ext uri="{FF2B5EF4-FFF2-40B4-BE49-F238E27FC236}">
                <a16:creationId xmlns:a16="http://schemas.microsoft.com/office/drawing/2014/main" id="{C7E65844-E4A0-4BF9-9A46-EAA01A0F8974}"/>
              </a:ext>
            </a:extLst>
          </p:cNvPr>
          <p:cNvSpPr>
            <a:spLocks xmlns:a="http://schemas.openxmlformats.org/drawingml/2006/main" noGrp="1"/>
          </p:cNvSpPr>
          <p:nvPr/>
        </p:nvSpPr>
        <p:spPr>
          <a:xfrm xmlns:a="http://schemas.openxmlformats.org/drawingml/2006/main">
            <a:off x="2571750" y="2447925"/>
            <a:ext cx="5619750" cy="1104900"/>
          </a:xfrm>
          <a:prstGeom xmlns:a="http://schemas.openxmlformats.org/drawingml/2006/main" prst="rect">
            <a:avLst/>
          </a:prstGeom>
          <a:noFill xmlns:a="http://schemas.openxmlformats.org/drawingml/2006/main"/>
          <a:ln xmlns:a="http://schemas.openxmlformats.org/drawingml/2006/main" w="7620">
            <a:solidFill>
              <a:srgbClr val="586368"/>
            </a:solidFill>
            <a:prstDash val="solid"/>
          </a:ln>
        </p:spPr>
      </p:sp>
      <p:sp>
        <p:nvSpPr>
          <p:cNvPr id="12" name="">
            <a:extLst xmlns:a="http://schemas.openxmlformats.org/drawingml/2006/main">
              <a:ext uri="{FF2B5EF4-FFF2-40B4-BE49-F238E27FC236}">
                <a16:creationId xmlns:a16="http://schemas.microsoft.com/office/drawing/2014/main" id="{E996E4D8-2D5A-44DB-83A1-EE6012C9303D}"/>
              </a:ext>
            </a:extLst>
          </p:cNvPr>
          <p:cNvSpPr>
            <a:spLocks xmlns:a="http://schemas.openxmlformats.org/drawingml/2006/main" noGrp="1"/>
          </p:cNvSpPr>
          <p:nvPr/>
        </p:nvSpPr>
        <p:spPr>
          <a:xfrm xmlns:a="http://schemas.openxmlformats.org/drawingml/2006/main">
            <a:off x="2571750" y="2724150"/>
            <a:ext cx="5619750" cy="0"/>
          </a:xfrm>
          <a:prstGeom xmlns:a="http://schemas.openxmlformats.org/drawingml/2006/main" prst="line">
            <a:avLst/>
          </a:prstGeom>
          <a:noFill xmlns:a="http://schemas.openxmlformats.org/drawingml/2006/main"/>
          <a:ln xmlns:a="http://schemas.openxmlformats.org/drawingml/2006/main" w="11430">
            <a:solidFill>
              <a:srgbClr val="FFFFFF"/>
            </a:solidFill>
            <a:prstDash val="solid"/>
          </a:ln>
        </p:spPr>
      </p:sp>
      <p:sp>
        <p:nvSpPr>
          <p:cNvPr id="13" name="">
            <a:extLst xmlns:a="http://schemas.openxmlformats.org/drawingml/2006/main">
              <a:ext uri="{FF2B5EF4-FFF2-40B4-BE49-F238E27FC236}">
                <a16:creationId xmlns:a16="http://schemas.microsoft.com/office/drawing/2014/main" id="{7250D24D-22E2-4F57-8393-78CC9D9C26C8}"/>
              </a:ext>
            </a:extLst>
          </p:cNvPr>
          <p:cNvSpPr>
            <a:spLocks xmlns:a="http://schemas.openxmlformats.org/drawingml/2006/main" noGrp="1"/>
          </p:cNvSpPr>
          <p:nvPr/>
        </p:nvSpPr>
        <p:spPr>
          <a:xfrm xmlns:a="http://schemas.openxmlformats.org/drawingml/2006/main">
            <a:off x="2571750" y="3000375"/>
            <a:ext cx="5619750" cy="0"/>
          </a:xfrm>
          <a:prstGeom xmlns:a="http://schemas.openxmlformats.org/drawingml/2006/main" prst="line">
            <a:avLst/>
          </a:prstGeom>
          <a:noFill xmlns:a="http://schemas.openxmlformats.org/drawingml/2006/main"/>
          <a:ln xmlns:a="http://schemas.openxmlformats.org/drawingml/2006/main" w="11430">
            <a:solidFill>
              <a:srgbClr val="FFFFFF"/>
            </a:solidFill>
            <a:prstDash val="solid"/>
          </a:ln>
        </p:spPr>
      </p:sp>
      <p:sp>
        <p:nvSpPr>
          <p:cNvPr id="14" name="">
            <a:extLst xmlns:a="http://schemas.openxmlformats.org/drawingml/2006/main">
              <a:ext uri="{FF2B5EF4-FFF2-40B4-BE49-F238E27FC236}">
                <a16:creationId xmlns:a16="http://schemas.microsoft.com/office/drawing/2014/main" id="{21F88800-8520-495B-92AA-60F93920F5A3}"/>
              </a:ext>
            </a:extLst>
          </p:cNvPr>
          <p:cNvSpPr>
            <a:spLocks xmlns:a="http://schemas.openxmlformats.org/drawingml/2006/main" noGrp="1"/>
          </p:cNvSpPr>
          <p:nvPr/>
        </p:nvSpPr>
        <p:spPr>
          <a:xfrm xmlns:a="http://schemas.openxmlformats.org/drawingml/2006/main">
            <a:off x="2571750" y="3276600"/>
            <a:ext cx="5619750" cy="0"/>
          </a:xfrm>
          <a:prstGeom xmlns:a="http://schemas.openxmlformats.org/drawingml/2006/main" prst="line">
            <a:avLst/>
          </a:prstGeom>
          <a:noFill xmlns:a="http://schemas.openxmlformats.org/drawingml/2006/main"/>
          <a:ln xmlns:a="http://schemas.openxmlformats.org/drawingml/2006/main" w="11430">
            <a:solidFill>
              <a:srgbClr val="FFFFFF"/>
            </a:solidFill>
            <a:prstDash val="solid"/>
          </a:ln>
        </p:spPr>
      </p:sp>
      <p:sp>
        <p:nvSpPr>
          <p:cNvPr id="15" name="text">
            <a:extLst xmlns:a="http://schemas.openxmlformats.org/drawingml/2006/main">
              <a:ext uri="{FF2B5EF4-FFF2-40B4-BE49-F238E27FC236}">
                <a16:creationId xmlns:a16="http://schemas.microsoft.com/office/drawing/2014/main" id="{1803040D-BF52-40F3-8AE7-AFACFB55F253}"/>
              </a:ext>
            </a:extLst>
          </p:cNvPr>
          <p:cNvSpPr>
            <a:spLocks xmlns:a="http://schemas.openxmlformats.org/drawingml/2006/main" noGrp="1"/>
          </p:cNvSpPr>
          <p:nvPr/>
        </p:nvSpPr>
        <p:spPr>
          <a:xfrm xmlns:a="http://schemas.openxmlformats.org/drawingml/2006/main">
            <a:off x="762000" y="247650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1719"/>
                </a:solidFill>
                <a:latin typeface="Noto Sans KR"/>
                <a:ea typeface="Noto Sans KR"/>
                <a:cs typeface="Noto Sans KR"/>
              </a:defRPr>
            </a:defPPr>
            <a:lvl1pPr algn="l">
              <a:defRPr sz="1275" b="1">
                <a:solidFill>
                  <a:srgbClr val="141719"/>
                </a:solidFill>
                <a:latin typeface="Noto Sans KR"/>
                <a:ea typeface="Noto Sans KR"/>
                <a:cs typeface="Noto Sans KR"/>
              </a:defRPr>
            </a:lvl1pPr>
            <a:lvl2pPr algn="l">
              <a:defRPr sz="1275" b="1">
                <a:solidFill>
                  <a:srgbClr val="141719"/>
                </a:solidFill>
                <a:latin typeface="Noto Sans KR"/>
                <a:ea typeface="Noto Sans KR"/>
                <a:cs typeface="Noto Sans KR"/>
              </a:defRPr>
            </a:lvl2pPr>
            <a:lvl3pPr algn="l">
              <a:defRPr sz="1275" b="1">
                <a:solidFill>
                  <a:srgbClr val="141719"/>
                </a:solidFill>
                <a:latin typeface="Noto Sans KR"/>
                <a:ea typeface="Noto Sans KR"/>
                <a:cs typeface="Noto Sans KR"/>
              </a:defRPr>
            </a:lvl3pPr>
            <a:lvl4pPr algn="l">
              <a:defRPr sz="1275" b="1">
                <a:solidFill>
                  <a:srgbClr val="141719"/>
                </a:solidFill>
                <a:latin typeface="Noto Sans KR"/>
                <a:ea typeface="Noto Sans KR"/>
                <a:cs typeface="Noto Sans KR"/>
              </a:defRPr>
            </a:lvl4pPr>
            <a:lvl5pPr algn="l">
              <a:defRPr sz="1275" b="1">
                <a:solidFill>
                  <a:srgbClr val="141719"/>
                </a:solidFill>
                <a:latin typeface="Noto Sans KR"/>
                <a:ea typeface="Noto Sans KR"/>
                <a:cs typeface="Noto Sans KR"/>
              </a:defRPr>
            </a:lvl5pPr>
            <a:lvl6pPr algn="l">
              <a:defRPr sz="1275" b="1">
                <a:solidFill>
                  <a:srgbClr val="141719"/>
                </a:solidFill>
                <a:latin typeface="Noto Sans KR"/>
                <a:ea typeface="Noto Sans KR"/>
                <a:cs typeface="Noto Sans KR"/>
              </a:defRPr>
            </a:lvl6pPr>
            <a:lvl7pPr algn="l">
              <a:defRPr sz="1275" b="1">
                <a:solidFill>
                  <a:srgbClr val="141719"/>
                </a:solidFill>
                <a:latin typeface="Noto Sans KR"/>
                <a:ea typeface="Noto Sans KR"/>
                <a:cs typeface="Noto Sans KR"/>
              </a:defRPr>
            </a:lvl7pPr>
            <a:lvl8pPr algn="l">
              <a:defRPr sz="1275" b="1">
                <a:solidFill>
                  <a:srgbClr val="141719"/>
                </a:solidFill>
                <a:latin typeface="Noto Sans KR"/>
                <a:ea typeface="Noto Sans KR"/>
                <a:cs typeface="Noto Sans KR"/>
              </a:defRPr>
            </a:lvl8pPr>
            <a:lvl9pPr algn="l">
              <a:defRPr sz="1275" b="1">
                <a:solidFill>
                  <a:srgbClr val="141719"/>
                </a:solidFill>
                <a:latin typeface="Noto Sans KR"/>
                <a:ea typeface="Noto Sans KR"/>
                <a:cs typeface="Noto Sans KR"/>
              </a:defRPr>
            </a:lvl9pPr>
          </a:lstStyle>
          <a:p xmlns:a="http://schemas.openxmlformats.org/drawingml/2006/main">
            <a:pPr algn="l">
              <a:lnSpc>
                <a:spcPct val="118000"/>
              </a:lnSpc>
              <a:buNone/>
              <a:defRPr sz="1275" b="1">
                <a:solidFill>
                  <a:srgbClr val="141719"/>
                </a:solidFill>
                <a:latin typeface="Noto Sans KR"/>
                <a:ea typeface="Noto Sans KR"/>
                <a:cs typeface="Noto Sans KR"/>
              </a:defRPr>
            </a:pPr>
            <a:r>
              <a:rPr sz="1275" b="1">
                <a:solidFill>
                  <a:srgbClr val="141719"/>
                </a:solidFill>
                <a:latin typeface="Noto Sans KR"/>
                <a:ea typeface="Noto Sans KR"/>
                <a:cs typeface="Noto Sans KR"/>
              </a:rPr>
              <a:t>Baseline</a:t>
            </a:r>
          </a:p>
        </p:txBody>
      </p:sp>
      <p:sp>
        <p:nvSpPr>
          <p:cNvPr id="16" name="text">
            <a:extLst xmlns:a="http://schemas.openxmlformats.org/drawingml/2006/main">
              <a:ext uri="{FF2B5EF4-FFF2-40B4-BE49-F238E27FC236}">
                <a16:creationId xmlns:a16="http://schemas.microsoft.com/office/drawing/2014/main" id="{925EA8DA-38FD-4C58-AAF3-CF76519110AF}"/>
              </a:ext>
            </a:extLst>
          </p:cNvPr>
          <p:cNvSpPr>
            <a:spLocks xmlns:a="http://schemas.openxmlformats.org/drawingml/2006/main" noGrp="1"/>
          </p:cNvSpPr>
          <p:nvPr/>
        </p:nvSpPr>
        <p:spPr>
          <a:xfrm xmlns:a="http://schemas.openxmlformats.org/drawingml/2006/main">
            <a:off x="762000" y="275272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41719"/>
                </a:solidFill>
                <a:latin typeface="Noto Sans KR"/>
                <a:ea typeface="Noto Sans KR"/>
                <a:cs typeface="Noto Sans KR"/>
              </a:defRPr>
            </a:defPPr>
            <a:lvl1pPr algn="l">
              <a:defRPr sz="1275" b="0">
                <a:solidFill>
                  <a:srgbClr val="141719"/>
                </a:solidFill>
                <a:latin typeface="Noto Sans KR"/>
                <a:ea typeface="Noto Sans KR"/>
                <a:cs typeface="Noto Sans KR"/>
              </a:defRPr>
            </a:lvl1pPr>
            <a:lvl2pPr algn="l">
              <a:defRPr sz="1275" b="0">
                <a:solidFill>
                  <a:srgbClr val="141719"/>
                </a:solidFill>
                <a:latin typeface="Noto Sans KR"/>
                <a:ea typeface="Noto Sans KR"/>
                <a:cs typeface="Noto Sans KR"/>
              </a:defRPr>
            </a:lvl2pPr>
            <a:lvl3pPr algn="l">
              <a:defRPr sz="1275" b="0">
                <a:solidFill>
                  <a:srgbClr val="141719"/>
                </a:solidFill>
                <a:latin typeface="Noto Sans KR"/>
                <a:ea typeface="Noto Sans KR"/>
                <a:cs typeface="Noto Sans KR"/>
              </a:defRPr>
            </a:lvl3pPr>
            <a:lvl4pPr algn="l">
              <a:defRPr sz="1275" b="0">
                <a:solidFill>
                  <a:srgbClr val="141719"/>
                </a:solidFill>
                <a:latin typeface="Noto Sans KR"/>
                <a:ea typeface="Noto Sans KR"/>
                <a:cs typeface="Noto Sans KR"/>
              </a:defRPr>
            </a:lvl4pPr>
            <a:lvl5pPr algn="l">
              <a:defRPr sz="1275" b="0">
                <a:solidFill>
                  <a:srgbClr val="141719"/>
                </a:solidFill>
                <a:latin typeface="Noto Sans KR"/>
                <a:ea typeface="Noto Sans KR"/>
                <a:cs typeface="Noto Sans KR"/>
              </a:defRPr>
            </a:lvl5pPr>
            <a:lvl6pPr algn="l">
              <a:defRPr sz="1275" b="0">
                <a:solidFill>
                  <a:srgbClr val="141719"/>
                </a:solidFill>
                <a:latin typeface="Noto Sans KR"/>
                <a:ea typeface="Noto Sans KR"/>
                <a:cs typeface="Noto Sans KR"/>
              </a:defRPr>
            </a:lvl6pPr>
            <a:lvl7pPr algn="l">
              <a:defRPr sz="1275" b="0">
                <a:solidFill>
                  <a:srgbClr val="141719"/>
                </a:solidFill>
                <a:latin typeface="Noto Sans KR"/>
                <a:ea typeface="Noto Sans KR"/>
                <a:cs typeface="Noto Sans KR"/>
              </a:defRPr>
            </a:lvl7pPr>
            <a:lvl8pPr algn="l">
              <a:defRPr sz="1275" b="0">
                <a:solidFill>
                  <a:srgbClr val="141719"/>
                </a:solidFill>
                <a:latin typeface="Noto Sans KR"/>
                <a:ea typeface="Noto Sans KR"/>
                <a:cs typeface="Noto Sans KR"/>
              </a:defRPr>
            </a:lvl8pPr>
            <a:lvl9pPr algn="l">
              <a:defRPr sz="1275" b="0">
                <a:solidFill>
                  <a:srgbClr val="141719"/>
                </a:solidFill>
                <a:latin typeface="Noto Sans KR"/>
                <a:ea typeface="Noto Sans KR"/>
                <a:cs typeface="Noto Sans KR"/>
              </a:defRPr>
            </a:lvl9pPr>
          </a:lstStyle>
          <a:p xmlns:a="http://schemas.openxmlformats.org/drawingml/2006/main">
            <a:pPr algn="l">
              <a:lnSpc>
                <a:spcPct val="118000"/>
              </a:lnSpc>
              <a:buNone/>
              <a:defRPr sz="1275" b="0">
                <a:solidFill>
                  <a:srgbClr val="141719"/>
                </a:solidFill>
                <a:latin typeface="Noto Sans KR"/>
                <a:ea typeface="Noto Sans KR"/>
                <a:cs typeface="Noto Sans KR"/>
              </a:defRPr>
            </a:pPr>
            <a:r>
              <a:rPr sz="1275" b="0">
                <a:solidFill>
                  <a:srgbClr val="141719"/>
                </a:solidFill>
                <a:latin typeface="Noto Sans KR"/>
                <a:ea typeface="Noto Sans KR"/>
                <a:cs typeface="Noto Sans KR"/>
              </a:rPr>
              <a:t>Baseline + IF</a:t>
            </a:r>
          </a:p>
        </p:txBody>
      </p:sp>
      <p:sp>
        <p:nvSpPr>
          <p:cNvPr id="17" name="text">
            <a:extLst xmlns:a="http://schemas.openxmlformats.org/drawingml/2006/main">
              <a:ext uri="{FF2B5EF4-FFF2-40B4-BE49-F238E27FC236}">
                <a16:creationId xmlns:a16="http://schemas.microsoft.com/office/drawing/2014/main" id="{C98C9EFE-8CE6-496E-AE40-0780D5BDEADA}"/>
              </a:ext>
            </a:extLst>
          </p:cNvPr>
          <p:cNvSpPr>
            <a:spLocks xmlns:a="http://schemas.openxmlformats.org/drawingml/2006/main" noGrp="1"/>
          </p:cNvSpPr>
          <p:nvPr/>
        </p:nvSpPr>
        <p:spPr>
          <a:xfrm xmlns:a="http://schemas.openxmlformats.org/drawingml/2006/main">
            <a:off x="762000" y="302895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41719"/>
                </a:solidFill>
                <a:latin typeface="Noto Sans KR"/>
                <a:ea typeface="Noto Sans KR"/>
                <a:cs typeface="Noto Sans KR"/>
              </a:defRPr>
            </a:defPPr>
            <a:lvl1pPr algn="l">
              <a:defRPr sz="1275" b="0">
                <a:solidFill>
                  <a:srgbClr val="141719"/>
                </a:solidFill>
                <a:latin typeface="Noto Sans KR"/>
                <a:ea typeface="Noto Sans KR"/>
                <a:cs typeface="Noto Sans KR"/>
              </a:defRPr>
            </a:lvl1pPr>
            <a:lvl2pPr algn="l">
              <a:defRPr sz="1275" b="0">
                <a:solidFill>
                  <a:srgbClr val="141719"/>
                </a:solidFill>
                <a:latin typeface="Noto Sans KR"/>
                <a:ea typeface="Noto Sans KR"/>
                <a:cs typeface="Noto Sans KR"/>
              </a:defRPr>
            </a:lvl2pPr>
            <a:lvl3pPr algn="l">
              <a:defRPr sz="1275" b="0">
                <a:solidFill>
                  <a:srgbClr val="141719"/>
                </a:solidFill>
                <a:latin typeface="Noto Sans KR"/>
                <a:ea typeface="Noto Sans KR"/>
                <a:cs typeface="Noto Sans KR"/>
              </a:defRPr>
            </a:lvl3pPr>
            <a:lvl4pPr algn="l">
              <a:defRPr sz="1275" b="0">
                <a:solidFill>
                  <a:srgbClr val="141719"/>
                </a:solidFill>
                <a:latin typeface="Noto Sans KR"/>
                <a:ea typeface="Noto Sans KR"/>
                <a:cs typeface="Noto Sans KR"/>
              </a:defRPr>
            </a:lvl4pPr>
            <a:lvl5pPr algn="l">
              <a:defRPr sz="1275" b="0">
                <a:solidFill>
                  <a:srgbClr val="141719"/>
                </a:solidFill>
                <a:latin typeface="Noto Sans KR"/>
                <a:ea typeface="Noto Sans KR"/>
                <a:cs typeface="Noto Sans KR"/>
              </a:defRPr>
            </a:lvl5pPr>
            <a:lvl6pPr algn="l">
              <a:defRPr sz="1275" b="0">
                <a:solidFill>
                  <a:srgbClr val="141719"/>
                </a:solidFill>
                <a:latin typeface="Noto Sans KR"/>
                <a:ea typeface="Noto Sans KR"/>
                <a:cs typeface="Noto Sans KR"/>
              </a:defRPr>
            </a:lvl6pPr>
            <a:lvl7pPr algn="l">
              <a:defRPr sz="1275" b="0">
                <a:solidFill>
                  <a:srgbClr val="141719"/>
                </a:solidFill>
                <a:latin typeface="Noto Sans KR"/>
                <a:ea typeface="Noto Sans KR"/>
                <a:cs typeface="Noto Sans KR"/>
              </a:defRPr>
            </a:lvl7pPr>
            <a:lvl8pPr algn="l">
              <a:defRPr sz="1275" b="0">
                <a:solidFill>
                  <a:srgbClr val="141719"/>
                </a:solidFill>
                <a:latin typeface="Noto Sans KR"/>
                <a:ea typeface="Noto Sans KR"/>
                <a:cs typeface="Noto Sans KR"/>
              </a:defRPr>
            </a:lvl8pPr>
            <a:lvl9pPr algn="l">
              <a:defRPr sz="1275" b="0">
                <a:solidFill>
                  <a:srgbClr val="141719"/>
                </a:solidFill>
                <a:latin typeface="Noto Sans KR"/>
                <a:ea typeface="Noto Sans KR"/>
                <a:cs typeface="Noto Sans KR"/>
              </a:defRPr>
            </a:lvl9pPr>
          </a:lstStyle>
          <a:p xmlns:a="http://schemas.openxmlformats.org/drawingml/2006/main">
            <a:pPr algn="l">
              <a:lnSpc>
                <a:spcPct val="118000"/>
              </a:lnSpc>
              <a:buNone/>
              <a:defRPr sz="1275" b="0">
                <a:solidFill>
                  <a:srgbClr val="141719"/>
                </a:solidFill>
                <a:latin typeface="Noto Sans KR"/>
                <a:ea typeface="Noto Sans KR"/>
                <a:cs typeface="Noto Sans KR"/>
              </a:defRPr>
            </a:pPr>
            <a:r>
              <a:rPr sz="1275" b="0">
                <a:solidFill>
                  <a:srgbClr val="141719"/>
                </a:solidFill>
                <a:latin typeface="Noto Sans KR"/>
                <a:ea typeface="Noto Sans KR"/>
                <a:cs typeface="Noto Sans KR"/>
              </a:rPr>
              <a:t>Baseline + AE</a:t>
            </a:r>
          </a:p>
        </p:txBody>
      </p:sp>
      <p:sp>
        <p:nvSpPr>
          <p:cNvPr id="18" name="text">
            <a:extLst xmlns:a="http://schemas.openxmlformats.org/drawingml/2006/main">
              <a:ext uri="{FF2B5EF4-FFF2-40B4-BE49-F238E27FC236}">
                <a16:creationId xmlns:a16="http://schemas.microsoft.com/office/drawing/2014/main" id="{9CEDD8C4-CA23-4C19-B7D9-8FFAF4DEF166}"/>
              </a:ext>
            </a:extLst>
          </p:cNvPr>
          <p:cNvSpPr>
            <a:spLocks xmlns:a="http://schemas.openxmlformats.org/drawingml/2006/main" noGrp="1"/>
          </p:cNvSpPr>
          <p:nvPr/>
        </p:nvSpPr>
        <p:spPr>
          <a:xfrm xmlns:a="http://schemas.openxmlformats.org/drawingml/2006/main">
            <a:off x="762000" y="330517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41719"/>
                </a:solidFill>
                <a:latin typeface="Noto Sans KR"/>
                <a:ea typeface="Noto Sans KR"/>
                <a:cs typeface="Noto Sans KR"/>
              </a:defRPr>
            </a:defPPr>
            <a:lvl1pPr algn="l">
              <a:defRPr sz="1275" b="0">
                <a:solidFill>
                  <a:srgbClr val="141719"/>
                </a:solidFill>
                <a:latin typeface="Noto Sans KR"/>
                <a:ea typeface="Noto Sans KR"/>
                <a:cs typeface="Noto Sans KR"/>
              </a:defRPr>
            </a:lvl1pPr>
            <a:lvl2pPr algn="l">
              <a:defRPr sz="1275" b="0">
                <a:solidFill>
                  <a:srgbClr val="141719"/>
                </a:solidFill>
                <a:latin typeface="Noto Sans KR"/>
                <a:ea typeface="Noto Sans KR"/>
                <a:cs typeface="Noto Sans KR"/>
              </a:defRPr>
            </a:lvl2pPr>
            <a:lvl3pPr algn="l">
              <a:defRPr sz="1275" b="0">
                <a:solidFill>
                  <a:srgbClr val="141719"/>
                </a:solidFill>
                <a:latin typeface="Noto Sans KR"/>
                <a:ea typeface="Noto Sans KR"/>
                <a:cs typeface="Noto Sans KR"/>
              </a:defRPr>
            </a:lvl3pPr>
            <a:lvl4pPr algn="l">
              <a:defRPr sz="1275" b="0">
                <a:solidFill>
                  <a:srgbClr val="141719"/>
                </a:solidFill>
                <a:latin typeface="Noto Sans KR"/>
                <a:ea typeface="Noto Sans KR"/>
                <a:cs typeface="Noto Sans KR"/>
              </a:defRPr>
            </a:lvl4pPr>
            <a:lvl5pPr algn="l">
              <a:defRPr sz="1275" b="0">
                <a:solidFill>
                  <a:srgbClr val="141719"/>
                </a:solidFill>
                <a:latin typeface="Noto Sans KR"/>
                <a:ea typeface="Noto Sans KR"/>
                <a:cs typeface="Noto Sans KR"/>
              </a:defRPr>
            </a:lvl5pPr>
            <a:lvl6pPr algn="l">
              <a:defRPr sz="1275" b="0">
                <a:solidFill>
                  <a:srgbClr val="141719"/>
                </a:solidFill>
                <a:latin typeface="Noto Sans KR"/>
                <a:ea typeface="Noto Sans KR"/>
                <a:cs typeface="Noto Sans KR"/>
              </a:defRPr>
            </a:lvl6pPr>
            <a:lvl7pPr algn="l">
              <a:defRPr sz="1275" b="0">
                <a:solidFill>
                  <a:srgbClr val="141719"/>
                </a:solidFill>
                <a:latin typeface="Noto Sans KR"/>
                <a:ea typeface="Noto Sans KR"/>
                <a:cs typeface="Noto Sans KR"/>
              </a:defRPr>
            </a:lvl7pPr>
            <a:lvl8pPr algn="l">
              <a:defRPr sz="1275" b="0">
                <a:solidFill>
                  <a:srgbClr val="141719"/>
                </a:solidFill>
                <a:latin typeface="Noto Sans KR"/>
                <a:ea typeface="Noto Sans KR"/>
                <a:cs typeface="Noto Sans KR"/>
              </a:defRPr>
            </a:lvl8pPr>
            <a:lvl9pPr algn="l">
              <a:defRPr sz="1275" b="0">
                <a:solidFill>
                  <a:srgbClr val="141719"/>
                </a:solidFill>
                <a:latin typeface="Noto Sans KR"/>
                <a:ea typeface="Noto Sans KR"/>
                <a:cs typeface="Noto Sans KR"/>
              </a:defRPr>
            </a:lvl9pPr>
          </a:lstStyle>
          <a:p xmlns:a="http://schemas.openxmlformats.org/drawingml/2006/main">
            <a:pPr algn="l">
              <a:lnSpc>
                <a:spcPct val="118000"/>
              </a:lnSpc>
              <a:buNone/>
              <a:defRPr sz="1275" b="0">
                <a:solidFill>
                  <a:srgbClr val="141719"/>
                </a:solidFill>
                <a:latin typeface="Noto Sans KR"/>
                <a:ea typeface="Noto Sans KR"/>
                <a:cs typeface="Noto Sans KR"/>
              </a:defRPr>
            </a:pPr>
            <a:r>
              <a:rPr sz="1275" b="0">
                <a:solidFill>
                  <a:srgbClr val="141719"/>
                </a:solidFill>
                <a:latin typeface="Noto Sans KR"/>
                <a:ea typeface="Noto Sans KR"/>
                <a:cs typeface="Noto Sans KR"/>
              </a:rPr>
              <a:t>Baseline + IF·AE</a:t>
            </a:r>
          </a:p>
        </p:txBody>
      </p:sp>
      <p:sp>
        <p:nvSpPr>
          <p:cNvPr id="19" name="text">
            <a:extLst xmlns:a="http://schemas.openxmlformats.org/drawingml/2006/main">
              <a:ext uri="{FF2B5EF4-FFF2-40B4-BE49-F238E27FC236}">
                <a16:creationId xmlns:a16="http://schemas.microsoft.com/office/drawing/2014/main" id="{8B6E0E1F-BCA8-4ADA-843C-80B1975FE222}"/>
              </a:ext>
            </a:extLst>
          </p:cNvPr>
          <p:cNvSpPr>
            <a:spLocks xmlns:a="http://schemas.openxmlformats.org/drawingml/2006/main" noGrp="1"/>
          </p:cNvSpPr>
          <p:nvPr/>
        </p:nvSpPr>
        <p:spPr>
          <a:xfrm xmlns:a="http://schemas.openxmlformats.org/drawingml/2006/main">
            <a:off x="2476500" y="36766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86368"/>
                </a:solidFill>
                <a:latin typeface="Noto Sans KR"/>
                <a:ea typeface="Noto Sans KR"/>
                <a:cs typeface="Noto Sans KR"/>
              </a:defRPr>
            </a:defPPr>
            <a:lvl1pPr algn="l">
              <a:defRPr sz="1050" b="0">
                <a:solidFill>
                  <a:srgbClr val="586368"/>
                </a:solidFill>
                <a:latin typeface="Noto Sans KR"/>
                <a:ea typeface="Noto Sans KR"/>
                <a:cs typeface="Noto Sans KR"/>
              </a:defRPr>
            </a:lvl1pPr>
            <a:lvl2pPr algn="l">
              <a:defRPr sz="1050" b="0">
                <a:solidFill>
                  <a:srgbClr val="586368"/>
                </a:solidFill>
                <a:latin typeface="Noto Sans KR"/>
                <a:ea typeface="Noto Sans KR"/>
                <a:cs typeface="Noto Sans KR"/>
              </a:defRPr>
            </a:lvl2pPr>
            <a:lvl3pPr algn="l">
              <a:defRPr sz="1050" b="0">
                <a:solidFill>
                  <a:srgbClr val="586368"/>
                </a:solidFill>
                <a:latin typeface="Noto Sans KR"/>
                <a:ea typeface="Noto Sans KR"/>
                <a:cs typeface="Noto Sans KR"/>
              </a:defRPr>
            </a:lvl3pPr>
            <a:lvl4pPr algn="l">
              <a:defRPr sz="1050" b="0">
                <a:solidFill>
                  <a:srgbClr val="586368"/>
                </a:solidFill>
                <a:latin typeface="Noto Sans KR"/>
                <a:ea typeface="Noto Sans KR"/>
                <a:cs typeface="Noto Sans KR"/>
              </a:defRPr>
            </a:lvl4pPr>
            <a:lvl5pPr algn="l">
              <a:defRPr sz="1050" b="0">
                <a:solidFill>
                  <a:srgbClr val="586368"/>
                </a:solidFill>
                <a:latin typeface="Noto Sans KR"/>
                <a:ea typeface="Noto Sans KR"/>
                <a:cs typeface="Noto Sans KR"/>
              </a:defRPr>
            </a:lvl5pPr>
            <a:lvl6pPr algn="l">
              <a:defRPr sz="1050" b="0">
                <a:solidFill>
                  <a:srgbClr val="586368"/>
                </a:solidFill>
                <a:latin typeface="Noto Sans KR"/>
                <a:ea typeface="Noto Sans KR"/>
                <a:cs typeface="Noto Sans KR"/>
              </a:defRPr>
            </a:lvl6pPr>
            <a:lvl7pPr algn="l">
              <a:defRPr sz="1050" b="0">
                <a:solidFill>
                  <a:srgbClr val="586368"/>
                </a:solidFill>
                <a:latin typeface="Noto Sans KR"/>
                <a:ea typeface="Noto Sans KR"/>
                <a:cs typeface="Noto Sans KR"/>
              </a:defRPr>
            </a:lvl7pPr>
            <a:lvl8pPr algn="l">
              <a:defRPr sz="1050" b="0">
                <a:solidFill>
                  <a:srgbClr val="586368"/>
                </a:solidFill>
                <a:latin typeface="Noto Sans KR"/>
                <a:ea typeface="Noto Sans KR"/>
                <a:cs typeface="Noto Sans KR"/>
              </a:defRPr>
            </a:lvl8pPr>
            <a:lvl9pPr algn="l">
              <a:defRPr sz="1050" b="0">
                <a:solidFill>
                  <a:srgbClr val="586368"/>
                </a:solidFill>
                <a:latin typeface="Noto Sans KR"/>
                <a:ea typeface="Noto Sans KR"/>
                <a:cs typeface="Noto Sans KR"/>
              </a:defRPr>
            </a:lvl9pPr>
          </a:lstStyle>
          <a:p xmlns:a="http://schemas.openxmlformats.org/drawingml/2006/main">
            <a:pPr algn="l">
              <a:lnSpc>
                <a:spcPct val="118000"/>
              </a:lnSpc>
              <a:buNone/>
              <a:defRPr sz="1050" b="0">
                <a:solidFill>
                  <a:srgbClr val="586368"/>
                </a:solidFill>
                <a:latin typeface="Noto Sans KR"/>
                <a:ea typeface="Noto Sans KR"/>
                <a:cs typeface="Noto Sans KR"/>
              </a:defRPr>
            </a:pPr>
            <a:r>
              <a:rPr sz="1050" b="0">
                <a:solidFill>
                  <a:srgbClr val="586368"/>
                </a:solidFill>
                <a:latin typeface="Noto Sans KR"/>
                <a:ea typeface="Noto Sans KR"/>
                <a:cs typeface="Noto Sans KR"/>
              </a:rPr>
              <a:t>0</a:t>
            </a:r>
          </a:p>
        </p:txBody>
      </p:sp>
      <p:sp>
        <p:nvSpPr>
          <p:cNvPr id="20" name="text">
            <a:extLst xmlns:a="http://schemas.openxmlformats.org/drawingml/2006/main">
              <a:ext uri="{FF2B5EF4-FFF2-40B4-BE49-F238E27FC236}">
                <a16:creationId xmlns:a16="http://schemas.microsoft.com/office/drawing/2014/main" id="{F32F96CD-4510-4FC5-BD7D-19B2FB2FB440}"/>
              </a:ext>
            </a:extLst>
          </p:cNvPr>
          <p:cNvSpPr>
            <a:spLocks xmlns:a="http://schemas.openxmlformats.org/drawingml/2006/main" noGrp="1"/>
          </p:cNvSpPr>
          <p:nvPr/>
        </p:nvSpPr>
        <p:spPr>
          <a:xfrm xmlns:a="http://schemas.openxmlformats.org/drawingml/2006/main">
            <a:off x="3397770" y="36766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86368"/>
                </a:solidFill>
                <a:latin typeface="Noto Sans KR"/>
                <a:ea typeface="Noto Sans KR"/>
                <a:cs typeface="Noto Sans KR"/>
              </a:defRPr>
            </a:defPPr>
            <a:lvl1pPr algn="l">
              <a:defRPr sz="1050" b="0">
                <a:solidFill>
                  <a:srgbClr val="586368"/>
                </a:solidFill>
                <a:latin typeface="Noto Sans KR"/>
                <a:ea typeface="Noto Sans KR"/>
                <a:cs typeface="Noto Sans KR"/>
              </a:defRPr>
            </a:lvl1pPr>
            <a:lvl2pPr algn="l">
              <a:defRPr sz="1050" b="0">
                <a:solidFill>
                  <a:srgbClr val="586368"/>
                </a:solidFill>
                <a:latin typeface="Noto Sans KR"/>
                <a:ea typeface="Noto Sans KR"/>
                <a:cs typeface="Noto Sans KR"/>
              </a:defRPr>
            </a:lvl2pPr>
            <a:lvl3pPr algn="l">
              <a:defRPr sz="1050" b="0">
                <a:solidFill>
                  <a:srgbClr val="586368"/>
                </a:solidFill>
                <a:latin typeface="Noto Sans KR"/>
                <a:ea typeface="Noto Sans KR"/>
                <a:cs typeface="Noto Sans KR"/>
              </a:defRPr>
            </a:lvl3pPr>
            <a:lvl4pPr algn="l">
              <a:defRPr sz="1050" b="0">
                <a:solidFill>
                  <a:srgbClr val="586368"/>
                </a:solidFill>
                <a:latin typeface="Noto Sans KR"/>
                <a:ea typeface="Noto Sans KR"/>
                <a:cs typeface="Noto Sans KR"/>
              </a:defRPr>
            </a:lvl4pPr>
            <a:lvl5pPr algn="l">
              <a:defRPr sz="1050" b="0">
                <a:solidFill>
                  <a:srgbClr val="586368"/>
                </a:solidFill>
                <a:latin typeface="Noto Sans KR"/>
                <a:ea typeface="Noto Sans KR"/>
                <a:cs typeface="Noto Sans KR"/>
              </a:defRPr>
            </a:lvl5pPr>
            <a:lvl6pPr algn="l">
              <a:defRPr sz="1050" b="0">
                <a:solidFill>
                  <a:srgbClr val="586368"/>
                </a:solidFill>
                <a:latin typeface="Noto Sans KR"/>
                <a:ea typeface="Noto Sans KR"/>
                <a:cs typeface="Noto Sans KR"/>
              </a:defRPr>
            </a:lvl6pPr>
            <a:lvl7pPr algn="l">
              <a:defRPr sz="1050" b="0">
                <a:solidFill>
                  <a:srgbClr val="586368"/>
                </a:solidFill>
                <a:latin typeface="Noto Sans KR"/>
                <a:ea typeface="Noto Sans KR"/>
                <a:cs typeface="Noto Sans KR"/>
              </a:defRPr>
            </a:lvl7pPr>
            <a:lvl8pPr algn="l">
              <a:defRPr sz="1050" b="0">
                <a:solidFill>
                  <a:srgbClr val="586368"/>
                </a:solidFill>
                <a:latin typeface="Noto Sans KR"/>
                <a:ea typeface="Noto Sans KR"/>
                <a:cs typeface="Noto Sans KR"/>
              </a:defRPr>
            </a:lvl8pPr>
            <a:lvl9pPr algn="l">
              <a:defRPr sz="1050" b="0">
                <a:solidFill>
                  <a:srgbClr val="586368"/>
                </a:solidFill>
                <a:latin typeface="Noto Sans KR"/>
                <a:ea typeface="Noto Sans KR"/>
                <a:cs typeface="Noto Sans KR"/>
              </a:defRPr>
            </a:lvl9pPr>
          </a:lstStyle>
          <a:p xmlns:a="http://schemas.openxmlformats.org/drawingml/2006/main">
            <a:pPr algn="l">
              <a:lnSpc>
                <a:spcPct val="118000"/>
              </a:lnSpc>
              <a:buNone/>
              <a:defRPr sz="1050" b="0">
                <a:solidFill>
                  <a:srgbClr val="586368"/>
                </a:solidFill>
                <a:latin typeface="Noto Sans KR"/>
                <a:ea typeface="Noto Sans KR"/>
                <a:cs typeface="Noto Sans KR"/>
              </a:defRPr>
            </a:pPr>
            <a:r>
              <a:rPr sz="1050" b="0">
                <a:solidFill>
                  <a:srgbClr val="586368"/>
                </a:solidFill>
                <a:latin typeface="Noto Sans KR"/>
                <a:ea typeface="Noto Sans KR"/>
                <a:cs typeface="Noto Sans KR"/>
              </a:rPr>
              <a:t>10</a:t>
            </a:r>
          </a:p>
        </p:txBody>
      </p:sp>
      <p:sp>
        <p:nvSpPr>
          <p:cNvPr id="21" name="text">
            <a:extLst xmlns:a="http://schemas.openxmlformats.org/drawingml/2006/main">
              <a:ext uri="{FF2B5EF4-FFF2-40B4-BE49-F238E27FC236}">
                <a16:creationId xmlns:a16="http://schemas.microsoft.com/office/drawing/2014/main" id="{5A39CB1D-3ADE-402F-983C-7A199C73F6A7}"/>
              </a:ext>
            </a:extLst>
          </p:cNvPr>
          <p:cNvSpPr>
            <a:spLocks xmlns:a="http://schemas.openxmlformats.org/drawingml/2006/main" noGrp="1"/>
          </p:cNvSpPr>
          <p:nvPr/>
        </p:nvSpPr>
        <p:spPr>
          <a:xfrm xmlns:a="http://schemas.openxmlformats.org/drawingml/2006/main">
            <a:off x="4319041" y="36766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86368"/>
                </a:solidFill>
                <a:latin typeface="Noto Sans KR"/>
                <a:ea typeface="Noto Sans KR"/>
                <a:cs typeface="Noto Sans KR"/>
              </a:defRPr>
            </a:defPPr>
            <a:lvl1pPr algn="l">
              <a:defRPr sz="1050" b="0">
                <a:solidFill>
                  <a:srgbClr val="586368"/>
                </a:solidFill>
                <a:latin typeface="Noto Sans KR"/>
                <a:ea typeface="Noto Sans KR"/>
                <a:cs typeface="Noto Sans KR"/>
              </a:defRPr>
            </a:lvl1pPr>
            <a:lvl2pPr algn="l">
              <a:defRPr sz="1050" b="0">
                <a:solidFill>
                  <a:srgbClr val="586368"/>
                </a:solidFill>
                <a:latin typeface="Noto Sans KR"/>
                <a:ea typeface="Noto Sans KR"/>
                <a:cs typeface="Noto Sans KR"/>
              </a:defRPr>
            </a:lvl2pPr>
            <a:lvl3pPr algn="l">
              <a:defRPr sz="1050" b="0">
                <a:solidFill>
                  <a:srgbClr val="586368"/>
                </a:solidFill>
                <a:latin typeface="Noto Sans KR"/>
                <a:ea typeface="Noto Sans KR"/>
                <a:cs typeface="Noto Sans KR"/>
              </a:defRPr>
            </a:lvl3pPr>
            <a:lvl4pPr algn="l">
              <a:defRPr sz="1050" b="0">
                <a:solidFill>
                  <a:srgbClr val="586368"/>
                </a:solidFill>
                <a:latin typeface="Noto Sans KR"/>
                <a:ea typeface="Noto Sans KR"/>
                <a:cs typeface="Noto Sans KR"/>
              </a:defRPr>
            </a:lvl4pPr>
            <a:lvl5pPr algn="l">
              <a:defRPr sz="1050" b="0">
                <a:solidFill>
                  <a:srgbClr val="586368"/>
                </a:solidFill>
                <a:latin typeface="Noto Sans KR"/>
                <a:ea typeface="Noto Sans KR"/>
                <a:cs typeface="Noto Sans KR"/>
              </a:defRPr>
            </a:lvl5pPr>
            <a:lvl6pPr algn="l">
              <a:defRPr sz="1050" b="0">
                <a:solidFill>
                  <a:srgbClr val="586368"/>
                </a:solidFill>
                <a:latin typeface="Noto Sans KR"/>
                <a:ea typeface="Noto Sans KR"/>
                <a:cs typeface="Noto Sans KR"/>
              </a:defRPr>
            </a:lvl6pPr>
            <a:lvl7pPr algn="l">
              <a:defRPr sz="1050" b="0">
                <a:solidFill>
                  <a:srgbClr val="586368"/>
                </a:solidFill>
                <a:latin typeface="Noto Sans KR"/>
                <a:ea typeface="Noto Sans KR"/>
                <a:cs typeface="Noto Sans KR"/>
              </a:defRPr>
            </a:lvl7pPr>
            <a:lvl8pPr algn="l">
              <a:defRPr sz="1050" b="0">
                <a:solidFill>
                  <a:srgbClr val="586368"/>
                </a:solidFill>
                <a:latin typeface="Noto Sans KR"/>
                <a:ea typeface="Noto Sans KR"/>
                <a:cs typeface="Noto Sans KR"/>
              </a:defRPr>
            </a:lvl8pPr>
            <a:lvl9pPr algn="l">
              <a:defRPr sz="1050" b="0">
                <a:solidFill>
                  <a:srgbClr val="586368"/>
                </a:solidFill>
                <a:latin typeface="Noto Sans KR"/>
                <a:ea typeface="Noto Sans KR"/>
                <a:cs typeface="Noto Sans KR"/>
              </a:defRPr>
            </a:lvl9pPr>
          </a:lstStyle>
          <a:p xmlns:a="http://schemas.openxmlformats.org/drawingml/2006/main">
            <a:pPr algn="l">
              <a:lnSpc>
                <a:spcPct val="118000"/>
              </a:lnSpc>
              <a:buNone/>
              <a:defRPr sz="1050" b="0">
                <a:solidFill>
                  <a:srgbClr val="586368"/>
                </a:solidFill>
                <a:latin typeface="Noto Sans KR"/>
                <a:ea typeface="Noto Sans KR"/>
                <a:cs typeface="Noto Sans KR"/>
              </a:defRPr>
            </a:pPr>
            <a:r>
              <a:rPr sz="1050" b="0">
                <a:solidFill>
                  <a:srgbClr val="586368"/>
                </a:solidFill>
                <a:latin typeface="Noto Sans KR"/>
                <a:ea typeface="Noto Sans KR"/>
                <a:cs typeface="Noto Sans KR"/>
              </a:rPr>
              <a:t>20</a:t>
            </a:r>
          </a:p>
        </p:txBody>
      </p:sp>
      <p:sp>
        <p:nvSpPr>
          <p:cNvPr id="22" name="text">
            <a:extLst xmlns:a="http://schemas.openxmlformats.org/drawingml/2006/main">
              <a:ext uri="{FF2B5EF4-FFF2-40B4-BE49-F238E27FC236}">
                <a16:creationId xmlns:a16="http://schemas.microsoft.com/office/drawing/2014/main" id="{B6F198DE-0488-4B72-B97E-1EB759B68056}"/>
              </a:ext>
            </a:extLst>
          </p:cNvPr>
          <p:cNvSpPr>
            <a:spLocks xmlns:a="http://schemas.openxmlformats.org/drawingml/2006/main" noGrp="1"/>
          </p:cNvSpPr>
          <p:nvPr/>
        </p:nvSpPr>
        <p:spPr>
          <a:xfrm xmlns:a="http://schemas.openxmlformats.org/drawingml/2006/main">
            <a:off x="5240311" y="36766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86368"/>
                </a:solidFill>
                <a:latin typeface="Noto Sans KR"/>
                <a:ea typeface="Noto Sans KR"/>
                <a:cs typeface="Noto Sans KR"/>
              </a:defRPr>
            </a:defPPr>
            <a:lvl1pPr algn="l">
              <a:defRPr sz="1050" b="0">
                <a:solidFill>
                  <a:srgbClr val="586368"/>
                </a:solidFill>
                <a:latin typeface="Noto Sans KR"/>
                <a:ea typeface="Noto Sans KR"/>
                <a:cs typeface="Noto Sans KR"/>
              </a:defRPr>
            </a:lvl1pPr>
            <a:lvl2pPr algn="l">
              <a:defRPr sz="1050" b="0">
                <a:solidFill>
                  <a:srgbClr val="586368"/>
                </a:solidFill>
                <a:latin typeface="Noto Sans KR"/>
                <a:ea typeface="Noto Sans KR"/>
                <a:cs typeface="Noto Sans KR"/>
              </a:defRPr>
            </a:lvl2pPr>
            <a:lvl3pPr algn="l">
              <a:defRPr sz="1050" b="0">
                <a:solidFill>
                  <a:srgbClr val="586368"/>
                </a:solidFill>
                <a:latin typeface="Noto Sans KR"/>
                <a:ea typeface="Noto Sans KR"/>
                <a:cs typeface="Noto Sans KR"/>
              </a:defRPr>
            </a:lvl3pPr>
            <a:lvl4pPr algn="l">
              <a:defRPr sz="1050" b="0">
                <a:solidFill>
                  <a:srgbClr val="586368"/>
                </a:solidFill>
                <a:latin typeface="Noto Sans KR"/>
                <a:ea typeface="Noto Sans KR"/>
                <a:cs typeface="Noto Sans KR"/>
              </a:defRPr>
            </a:lvl4pPr>
            <a:lvl5pPr algn="l">
              <a:defRPr sz="1050" b="0">
                <a:solidFill>
                  <a:srgbClr val="586368"/>
                </a:solidFill>
                <a:latin typeface="Noto Sans KR"/>
                <a:ea typeface="Noto Sans KR"/>
                <a:cs typeface="Noto Sans KR"/>
              </a:defRPr>
            </a:lvl5pPr>
            <a:lvl6pPr algn="l">
              <a:defRPr sz="1050" b="0">
                <a:solidFill>
                  <a:srgbClr val="586368"/>
                </a:solidFill>
                <a:latin typeface="Noto Sans KR"/>
                <a:ea typeface="Noto Sans KR"/>
                <a:cs typeface="Noto Sans KR"/>
              </a:defRPr>
            </a:lvl6pPr>
            <a:lvl7pPr algn="l">
              <a:defRPr sz="1050" b="0">
                <a:solidFill>
                  <a:srgbClr val="586368"/>
                </a:solidFill>
                <a:latin typeface="Noto Sans KR"/>
                <a:ea typeface="Noto Sans KR"/>
                <a:cs typeface="Noto Sans KR"/>
              </a:defRPr>
            </a:lvl7pPr>
            <a:lvl8pPr algn="l">
              <a:defRPr sz="1050" b="0">
                <a:solidFill>
                  <a:srgbClr val="586368"/>
                </a:solidFill>
                <a:latin typeface="Noto Sans KR"/>
                <a:ea typeface="Noto Sans KR"/>
                <a:cs typeface="Noto Sans KR"/>
              </a:defRPr>
            </a:lvl8pPr>
            <a:lvl9pPr algn="l">
              <a:defRPr sz="1050" b="0">
                <a:solidFill>
                  <a:srgbClr val="586368"/>
                </a:solidFill>
                <a:latin typeface="Noto Sans KR"/>
                <a:ea typeface="Noto Sans KR"/>
                <a:cs typeface="Noto Sans KR"/>
              </a:defRPr>
            </a:lvl9pPr>
          </a:lstStyle>
          <a:p xmlns:a="http://schemas.openxmlformats.org/drawingml/2006/main">
            <a:pPr algn="l">
              <a:lnSpc>
                <a:spcPct val="118000"/>
              </a:lnSpc>
              <a:buNone/>
              <a:defRPr sz="1050" b="0">
                <a:solidFill>
                  <a:srgbClr val="586368"/>
                </a:solidFill>
                <a:latin typeface="Noto Sans KR"/>
                <a:ea typeface="Noto Sans KR"/>
                <a:cs typeface="Noto Sans KR"/>
              </a:defRPr>
            </a:pPr>
            <a:r>
              <a:rPr sz="1050" b="0">
                <a:solidFill>
                  <a:srgbClr val="586368"/>
                </a:solidFill>
                <a:latin typeface="Noto Sans KR"/>
                <a:ea typeface="Noto Sans KR"/>
                <a:cs typeface="Noto Sans KR"/>
              </a:rPr>
              <a:t>30</a:t>
            </a:r>
          </a:p>
        </p:txBody>
      </p:sp>
      <p:sp>
        <p:nvSpPr>
          <p:cNvPr id="23" name="text">
            <a:extLst xmlns:a="http://schemas.openxmlformats.org/drawingml/2006/main">
              <a:ext uri="{FF2B5EF4-FFF2-40B4-BE49-F238E27FC236}">
                <a16:creationId xmlns:a16="http://schemas.microsoft.com/office/drawing/2014/main" id="{F021D905-4015-4AE2-BD8D-D458F6C99457}"/>
              </a:ext>
            </a:extLst>
          </p:cNvPr>
          <p:cNvSpPr>
            <a:spLocks xmlns:a="http://schemas.openxmlformats.org/drawingml/2006/main" noGrp="1"/>
          </p:cNvSpPr>
          <p:nvPr/>
        </p:nvSpPr>
        <p:spPr>
          <a:xfrm xmlns:a="http://schemas.openxmlformats.org/drawingml/2006/main">
            <a:off x="6161582" y="36766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86368"/>
                </a:solidFill>
                <a:latin typeface="Noto Sans KR"/>
                <a:ea typeface="Noto Sans KR"/>
                <a:cs typeface="Noto Sans KR"/>
              </a:defRPr>
            </a:defPPr>
            <a:lvl1pPr algn="l">
              <a:defRPr sz="1050" b="0">
                <a:solidFill>
                  <a:srgbClr val="586368"/>
                </a:solidFill>
                <a:latin typeface="Noto Sans KR"/>
                <a:ea typeface="Noto Sans KR"/>
                <a:cs typeface="Noto Sans KR"/>
              </a:defRPr>
            </a:lvl1pPr>
            <a:lvl2pPr algn="l">
              <a:defRPr sz="1050" b="0">
                <a:solidFill>
                  <a:srgbClr val="586368"/>
                </a:solidFill>
                <a:latin typeface="Noto Sans KR"/>
                <a:ea typeface="Noto Sans KR"/>
                <a:cs typeface="Noto Sans KR"/>
              </a:defRPr>
            </a:lvl2pPr>
            <a:lvl3pPr algn="l">
              <a:defRPr sz="1050" b="0">
                <a:solidFill>
                  <a:srgbClr val="586368"/>
                </a:solidFill>
                <a:latin typeface="Noto Sans KR"/>
                <a:ea typeface="Noto Sans KR"/>
                <a:cs typeface="Noto Sans KR"/>
              </a:defRPr>
            </a:lvl3pPr>
            <a:lvl4pPr algn="l">
              <a:defRPr sz="1050" b="0">
                <a:solidFill>
                  <a:srgbClr val="586368"/>
                </a:solidFill>
                <a:latin typeface="Noto Sans KR"/>
                <a:ea typeface="Noto Sans KR"/>
                <a:cs typeface="Noto Sans KR"/>
              </a:defRPr>
            </a:lvl4pPr>
            <a:lvl5pPr algn="l">
              <a:defRPr sz="1050" b="0">
                <a:solidFill>
                  <a:srgbClr val="586368"/>
                </a:solidFill>
                <a:latin typeface="Noto Sans KR"/>
                <a:ea typeface="Noto Sans KR"/>
                <a:cs typeface="Noto Sans KR"/>
              </a:defRPr>
            </a:lvl5pPr>
            <a:lvl6pPr algn="l">
              <a:defRPr sz="1050" b="0">
                <a:solidFill>
                  <a:srgbClr val="586368"/>
                </a:solidFill>
                <a:latin typeface="Noto Sans KR"/>
                <a:ea typeface="Noto Sans KR"/>
                <a:cs typeface="Noto Sans KR"/>
              </a:defRPr>
            </a:lvl6pPr>
            <a:lvl7pPr algn="l">
              <a:defRPr sz="1050" b="0">
                <a:solidFill>
                  <a:srgbClr val="586368"/>
                </a:solidFill>
                <a:latin typeface="Noto Sans KR"/>
                <a:ea typeface="Noto Sans KR"/>
                <a:cs typeface="Noto Sans KR"/>
              </a:defRPr>
            </a:lvl7pPr>
            <a:lvl8pPr algn="l">
              <a:defRPr sz="1050" b="0">
                <a:solidFill>
                  <a:srgbClr val="586368"/>
                </a:solidFill>
                <a:latin typeface="Noto Sans KR"/>
                <a:ea typeface="Noto Sans KR"/>
                <a:cs typeface="Noto Sans KR"/>
              </a:defRPr>
            </a:lvl8pPr>
            <a:lvl9pPr algn="l">
              <a:defRPr sz="1050" b="0">
                <a:solidFill>
                  <a:srgbClr val="586368"/>
                </a:solidFill>
                <a:latin typeface="Noto Sans KR"/>
                <a:ea typeface="Noto Sans KR"/>
                <a:cs typeface="Noto Sans KR"/>
              </a:defRPr>
            </a:lvl9pPr>
          </a:lstStyle>
          <a:p xmlns:a="http://schemas.openxmlformats.org/drawingml/2006/main">
            <a:pPr algn="l">
              <a:lnSpc>
                <a:spcPct val="118000"/>
              </a:lnSpc>
              <a:buNone/>
              <a:defRPr sz="1050" b="0">
                <a:solidFill>
                  <a:srgbClr val="586368"/>
                </a:solidFill>
                <a:latin typeface="Noto Sans KR"/>
                <a:ea typeface="Noto Sans KR"/>
                <a:cs typeface="Noto Sans KR"/>
              </a:defRPr>
            </a:pPr>
            <a:r>
              <a:rPr sz="1050" b="0">
                <a:solidFill>
                  <a:srgbClr val="586368"/>
                </a:solidFill>
                <a:latin typeface="Noto Sans KR"/>
                <a:ea typeface="Noto Sans KR"/>
                <a:cs typeface="Noto Sans KR"/>
              </a:rPr>
              <a:t>40</a:t>
            </a:r>
          </a:p>
        </p:txBody>
      </p:sp>
      <p:sp>
        <p:nvSpPr>
          <p:cNvPr id="24" name="text">
            <a:extLst xmlns:a="http://schemas.openxmlformats.org/drawingml/2006/main">
              <a:ext uri="{FF2B5EF4-FFF2-40B4-BE49-F238E27FC236}">
                <a16:creationId xmlns:a16="http://schemas.microsoft.com/office/drawing/2014/main" id="{A7001B6A-BE72-494B-902D-B907CF26E6E7}"/>
              </a:ext>
            </a:extLst>
          </p:cNvPr>
          <p:cNvSpPr>
            <a:spLocks xmlns:a="http://schemas.openxmlformats.org/drawingml/2006/main" noGrp="1"/>
          </p:cNvSpPr>
          <p:nvPr/>
        </p:nvSpPr>
        <p:spPr>
          <a:xfrm xmlns:a="http://schemas.openxmlformats.org/drawingml/2006/main">
            <a:off x="7082852" y="36766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86368"/>
                </a:solidFill>
                <a:latin typeface="Noto Sans KR"/>
                <a:ea typeface="Noto Sans KR"/>
                <a:cs typeface="Noto Sans KR"/>
              </a:defRPr>
            </a:defPPr>
            <a:lvl1pPr algn="l">
              <a:defRPr sz="1050" b="0">
                <a:solidFill>
                  <a:srgbClr val="586368"/>
                </a:solidFill>
                <a:latin typeface="Noto Sans KR"/>
                <a:ea typeface="Noto Sans KR"/>
                <a:cs typeface="Noto Sans KR"/>
              </a:defRPr>
            </a:lvl1pPr>
            <a:lvl2pPr algn="l">
              <a:defRPr sz="1050" b="0">
                <a:solidFill>
                  <a:srgbClr val="586368"/>
                </a:solidFill>
                <a:latin typeface="Noto Sans KR"/>
                <a:ea typeface="Noto Sans KR"/>
                <a:cs typeface="Noto Sans KR"/>
              </a:defRPr>
            </a:lvl2pPr>
            <a:lvl3pPr algn="l">
              <a:defRPr sz="1050" b="0">
                <a:solidFill>
                  <a:srgbClr val="586368"/>
                </a:solidFill>
                <a:latin typeface="Noto Sans KR"/>
                <a:ea typeface="Noto Sans KR"/>
                <a:cs typeface="Noto Sans KR"/>
              </a:defRPr>
            </a:lvl3pPr>
            <a:lvl4pPr algn="l">
              <a:defRPr sz="1050" b="0">
                <a:solidFill>
                  <a:srgbClr val="586368"/>
                </a:solidFill>
                <a:latin typeface="Noto Sans KR"/>
                <a:ea typeface="Noto Sans KR"/>
                <a:cs typeface="Noto Sans KR"/>
              </a:defRPr>
            </a:lvl4pPr>
            <a:lvl5pPr algn="l">
              <a:defRPr sz="1050" b="0">
                <a:solidFill>
                  <a:srgbClr val="586368"/>
                </a:solidFill>
                <a:latin typeface="Noto Sans KR"/>
                <a:ea typeface="Noto Sans KR"/>
                <a:cs typeface="Noto Sans KR"/>
              </a:defRPr>
            </a:lvl5pPr>
            <a:lvl6pPr algn="l">
              <a:defRPr sz="1050" b="0">
                <a:solidFill>
                  <a:srgbClr val="586368"/>
                </a:solidFill>
                <a:latin typeface="Noto Sans KR"/>
                <a:ea typeface="Noto Sans KR"/>
                <a:cs typeface="Noto Sans KR"/>
              </a:defRPr>
            </a:lvl6pPr>
            <a:lvl7pPr algn="l">
              <a:defRPr sz="1050" b="0">
                <a:solidFill>
                  <a:srgbClr val="586368"/>
                </a:solidFill>
                <a:latin typeface="Noto Sans KR"/>
                <a:ea typeface="Noto Sans KR"/>
                <a:cs typeface="Noto Sans KR"/>
              </a:defRPr>
            </a:lvl7pPr>
            <a:lvl8pPr algn="l">
              <a:defRPr sz="1050" b="0">
                <a:solidFill>
                  <a:srgbClr val="586368"/>
                </a:solidFill>
                <a:latin typeface="Noto Sans KR"/>
                <a:ea typeface="Noto Sans KR"/>
                <a:cs typeface="Noto Sans KR"/>
              </a:defRPr>
            </a:lvl8pPr>
            <a:lvl9pPr algn="l">
              <a:defRPr sz="1050" b="0">
                <a:solidFill>
                  <a:srgbClr val="586368"/>
                </a:solidFill>
                <a:latin typeface="Noto Sans KR"/>
                <a:ea typeface="Noto Sans KR"/>
                <a:cs typeface="Noto Sans KR"/>
              </a:defRPr>
            </a:lvl9pPr>
          </a:lstStyle>
          <a:p xmlns:a="http://schemas.openxmlformats.org/drawingml/2006/main">
            <a:pPr algn="l">
              <a:lnSpc>
                <a:spcPct val="118000"/>
              </a:lnSpc>
              <a:buNone/>
              <a:defRPr sz="1050" b="0">
                <a:solidFill>
                  <a:srgbClr val="586368"/>
                </a:solidFill>
                <a:latin typeface="Noto Sans KR"/>
                <a:ea typeface="Noto Sans KR"/>
                <a:cs typeface="Noto Sans KR"/>
              </a:defRPr>
            </a:pPr>
            <a:r>
              <a:rPr sz="1050" b="0">
                <a:solidFill>
                  <a:srgbClr val="586368"/>
                </a:solidFill>
                <a:latin typeface="Noto Sans KR"/>
                <a:ea typeface="Noto Sans KR"/>
                <a:cs typeface="Noto Sans KR"/>
              </a:rPr>
              <a:t>50</a:t>
            </a:r>
          </a:p>
        </p:txBody>
      </p:sp>
      <p:sp>
        <p:nvSpPr>
          <p:cNvPr id="25" name="text">
            <a:extLst xmlns:a="http://schemas.openxmlformats.org/drawingml/2006/main">
              <a:ext uri="{FF2B5EF4-FFF2-40B4-BE49-F238E27FC236}">
                <a16:creationId xmlns:a16="http://schemas.microsoft.com/office/drawing/2014/main" id="{5E5AA570-B084-4075-B8F8-0DDC22117C61}"/>
              </a:ext>
            </a:extLst>
          </p:cNvPr>
          <p:cNvSpPr>
            <a:spLocks xmlns:a="http://schemas.openxmlformats.org/drawingml/2006/main" noGrp="1"/>
          </p:cNvSpPr>
          <p:nvPr/>
        </p:nvSpPr>
        <p:spPr>
          <a:xfrm xmlns:a="http://schemas.openxmlformats.org/drawingml/2006/main">
            <a:off x="8004123" y="36766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86368"/>
                </a:solidFill>
                <a:latin typeface="Noto Sans KR"/>
                <a:ea typeface="Noto Sans KR"/>
                <a:cs typeface="Noto Sans KR"/>
              </a:defRPr>
            </a:defPPr>
            <a:lvl1pPr algn="l">
              <a:defRPr sz="1050" b="0">
                <a:solidFill>
                  <a:srgbClr val="586368"/>
                </a:solidFill>
                <a:latin typeface="Noto Sans KR"/>
                <a:ea typeface="Noto Sans KR"/>
                <a:cs typeface="Noto Sans KR"/>
              </a:defRPr>
            </a:lvl1pPr>
            <a:lvl2pPr algn="l">
              <a:defRPr sz="1050" b="0">
                <a:solidFill>
                  <a:srgbClr val="586368"/>
                </a:solidFill>
                <a:latin typeface="Noto Sans KR"/>
                <a:ea typeface="Noto Sans KR"/>
                <a:cs typeface="Noto Sans KR"/>
              </a:defRPr>
            </a:lvl2pPr>
            <a:lvl3pPr algn="l">
              <a:defRPr sz="1050" b="0">
                <a:solidFill>
                  <a:srgbClr val="586368"/>
                </a:solidFill>
                <a:latin typeface="Noto Sans KR"/>
                <a:ea typeface="Noto Sans KR"/>
                <a:cs typeface="Noto Sans KR"/>
              </a:defRPr>
            </a:lvl3pPr>
            <a:lvl4pPr algn="l">
              <a:defRPr sz="1050" b="0">
                <a:solidFill>
                  <a:srgbClr val="586368"/>
                </a:solidFill>
                <a:latin typeface="Noto Sans KR"/>
                <a:ea typeface="Noto Sans KR"/>
                <a:cs typeface="Noto Sans KR"/>
              </a:defRPr>
            </a:lvl4pPr>
            <a:lvl5pPr algn="l">
              <a:defRPr sz="1050" b="0">
                <a:solidFill>
                  <a:srgbClr val="586368"/>
                </a:solidFill>
                <a:latin typeface="Noto Sans KR"/>
                <a:ea typeface="Noto Sans KR"/>
                <a:cs typeface="Noto Sans KR"/>
              </a:defRPr>
            </a:lvl5pPr>
            <a:lvl6pPr algn="l">
              <a:defRPr sz="1050" b="0">
                <a:solidFill>
                  <a:srgbClr val="586368"/>
                </a:solidFill>
                <a:latin typeface="Noto Sans KR"/>
                <a:ea typeface="Noto Sans KR"/>
                <a:cs typeface="Noto Sans KR"/>
              </a:defRPr>
            </a:lvl6pPr>
            <a:lvl7pPr algn="l">
              <a:defRPr sz="1050" b="0">
                <a:solidFill>
                  <a:srgbClr val="586368"/>
                </a:solidFill>
                <a:latin typeface="Noto Sans KR"/>
                <a:ea typeface="Noto Sans KR"/>
                <a:cs typeface="Noto Sans KR"/>
              </a:defRPr>
            </a:lvl7pPr>
            <a:lvl8pPr algn="l">
              <a:defRPr sz="1050" b="0">
                <a:solidFill>
                  <a:srgbClr val="586368"/>
                </a:solidFill>
                <a:latin typeface="Noto Sans KR"/>
                <a:ea typeface="Noto Sans KR"/>
                <a:cs typeface="Noto Sans KR"/>
              </a:defRPr>
            </a:lvl8pPr>
            <a:lvl9pPr algn="l">
              <a:defRPr sz="1050" b="0">
                <a:solidFill>
                  <a:srgbClr val="586368"/>
                </a:solidFill>
                <a:latin typeface="Noto Sans KR"/>
                <a:ea typeface="Noto Sans KR"/>
                <a:cs typeface="Noto Sans KR"/>
              </a:defRPr>
            </a:lvl9pPr>
          </a:lstStyle>
          <a:p xmlns:a="http://schemas.openxmlformats.org/drawingml/2006/main">
            <a:pPr algn="l">
              <a:lnSpc>
                <a:spcPct val="118000"/>
              </a:lnSpc>
              <a:buNone/>
              <a:defRPr sz="1050" b="0">
                <a:solidFill>
                  <a:srgbClr val="586368"/>
                </a:solidFill>
                <a:latin typeface="Noto Sans KR"/>
                <a:ea typeface="Noto Sans KR"/>
                <a:cs typeface="Noto Sans KR"/>
              </a:defRPr>
            </a:pPr>
            <a:r>
              <a:rPr sz="1050" b="0">
                <a:solidFill>
                  <a:srgbClr val="586368"/>
                </a:solidFill>
                <a:latin typeface="Noto Sans KR"/>
                <a:ea typeface="Noto Sans KR"/>
                <a:cs typeface="Noto Sans KR"/>
              </a:rPr>
              <a:t>60</a:t>
            </a:r>
          </a:p>
        </p:txBody>
      </p:sp>
      <p:sp>
        <p:nvSpPr>
          <p:cNvPr id="26" name="text">
            <a:extLst xmlns:a="http://schemas.openxmlformats.org/drawingml/2006/main">
              <a:ext uri="{FF2B5EF4-FFF2-40B4-BE49-F238E27FC236}">
                <a16:creationId xmlns:a16="http://schemas.microsoft.com/office/drawing/2014/main" id="{846600D6-34C6-41D7-936E-C6702D0C1759}"/>
              </a:ext>
            </a:extLst>
          </p:cNvPr>
          <p:cNvSpPr>
            <a:spLocks xmlns:a="http://schemas.openxmlformats.org/drawingml/2006/main" noGrp="1"/>
          </p:cNvSpPr>
          <p:nvPr/>
        </p:nvSpPr>
        <p:spPr>
          <a:xfrm xmlns:a="http://schemas.openxmlformats.org/drawingml/2006/main">
            <a:off x="2571750" y="3962400"/>
            <a:ext cx="3143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86368"/>
                </a:solidFill>
                <a:latin typeface="Noto Sans KR"/>
                <a:ea typeface="Noto Sans KR"/>
                <a:cs typeface="Noto Sans KR"/>
              </a:defRPr>
            </a:defPPr>
            <a:lvl1pPr algn="l">
              <a:defRPr sz="1200" b="0">
                <a:solidFill>
                  <a:srgbClr val="586368"/>
                </a:solidFill>
                <a:latin typeface="Noto Sans KR"/>
                <a:ea typeface="Noto Sans KR"/>
                <a:cs typeface="Noto Sans KR"/>
              </a:defRPr>
            </a:lvl1pPr>
            <a:lvl2pPr algn="l">
              <a:defRPr sz="1200" b="0">
                <a:solidFill>
                  <a:srgbClr val="586368"/>
                </a:solidFill>
                <a:latin typeface="Noto Sans KR"/>
                <a:ea typeface="Noto Sans KR"/>
                <a:cs typeface="Noto Sans KR"/>
              </a:defRPr>
            </a:lvl2pPr>
            <a:lvl3pPr algn="l">
              <a:defRPr sz="1200" b="0">
                <a:solidFill>
                  <a:srgbClr val="586368"/>
                </a:solidFill>
                <a:latin typeface="Noto Sans KR"/>
                <a:ea typeface="Noto Sans KR"/>
                <a:cs typeface="Noto Sans KR"/>
              </a:defRPr>
            </a:lvl3pPr>
            <a:lvl4pPr algn="l">
              <a:defRPr sz="1200" b="0">
                <a:solidFill>
                  <a:srgbClr val="586368"/>
                </a:solidFill>
                <a:latin typeface="Noto Sans KR"/>
                <a:ea typeface="Noto Sans KR"/>
                <a:cs typeface="Noto Sans KR"/>
              </a:defRPr>
            </a:lvl4pPr>
            <a:lvl5pPr algn="l">
              <a:defRPr sz="1200" b="0">
                <a:solidFill>
                  <a:srgbClr val="586368"/>
                </a:solidFill>
                <a:latin typeface="Noto Sans KR"/>
                <a:ea typeface="Noto Sans KR"/>
                <a:cs typeface="Noto Sans KR"/>
              </a:defRPr>
            </a:lvl5pPr>
            <a:lvl6pPr algn="l">
              <a:defRPr sz="1200" b="0">
                <a:solidFill>
                  <a:srgbClr val="586368"/>
                </a:solidFill>
                <a:latin typeface="Noto Sans KR"/>
                <a:ea typeface="Noto Sans KR"/>
                <a:cs typeface="Noto Sans KR"/>
              </a:defRPr>
            </a:lvl6pPr>
            <a:lvl7pPr algn="l">
              <a:defRPr sz="1200" b="0">
                <a:solidFill>
                  <a:srgbClr val="586368"/>
                </a:solidFill>
                <a:latin typeface="Noto Sans KR"/>
                <a:ea typeface="Noto Sans KR"/>
                <a:cs typeface="Noto Sans KR"/>
              </a:defRPr>
            </a:lvl7pPr>
            <a:lvl8pPr algn="l">
              <a:defRPr sz="1200" b="0">
                <a:solidFill>
                  <a:srgbClr val="586368"/>
                </a:solidFill>
                <a:latin typeface="Noto Sans KR"/>
                <a:ea typeface="Noto Sans KR"/>
                <a:cs typeface="Noto Sans KR"/>
              </a:defRPr>
            </a:lvl8pPr>
            <a:lvl9pPr algn="l">
              <a:defRPr sz="1200" b="0">
                <a:solidFill>
                  <a:srgbClr val="586368"/>
                </a:solidFill>
                <a:latin typeface="Noto Sans KR"/>
                <a:ea typeface="Noto Sans KR"/>
                <a:cs typeface="Noto Sans KR"/>
              </a:defRPr>
            </a:lvl9pPr>
          </a:lstStyle>
          <a:p xmlns:a="http://schemas.openxmlformats.org/drawingml/2006/main">
            <a:pPr algn="l">
              <a:lnSpc>
                <a:spcPct val="118000"/>
              </a:lnSpc>
              <a:buNone/>
              <a:defRPr sz="1200" b="0">
                <a:solidFill>
                  <a:srgbClr val="586368"/>
                </a:solidFill>
                <a:latin typeface="Noto Sans KR"/>
                <a:ea typeface="Noto Sans KR"/>
                <a:cs typeface="Noto Sans KR"/>
              </a:defRPr>
            </a:pPr>
            <a:r>
              <a:rPr sz="1200" b="0">
                <a:solidFill>
                  <a:srgbClr val="586368"/>
                </a:solidFill>
                <a:latin typeface="Noto Sans KR"/>
                <a:ea typeface="Noto Sans KR"/>
                <a:cs typeface="Noto Sans KR"/>
              </a:rPr>
              <a:t>반복 시작 후 경과 시간 (분)</a:t>
            </a:r>
          </a:p>
        </p:txBody>
      </p:sp>
      <p:sp>
        <p:nvSpPr>
          <p:cNvPr id="27" name="shape">
            <a:extLst xmlns:a="http://schemas.openxmlformats.org/drawingml/2006/main">
              <a:ext uri="{FF2B5EF4-FFF2-40B4-BE49-F238E27FC236}">
                <a16:creationId xmlns:a16="http://schemas.microsoft.com/office/drawing/2014/main" id="{F5A27B49-1BBD-4102-BAC2-32F3A7D74866}"/>
              </a:ext>
            </a:extLst>
          </p:cNvPr>
          <p:cNvSpPr>
            <a:spLocks xmlns:a="http://schemas.openxmlformats.org/drawingml/2006/main" noGrp="1"/>
          </p:cNvSpPr>
          <p:nvPr/>
        </p:nvSpPr>
        <p:spPr>
          <a:xfrm xmlns:a="http://schemas.openxmlformats.org/drawingml/2006/main">
            <a:off x="5810250" y="3990975"/>
            <a:ext cx="114300" cy="114300"/>
          </a:xfrm>
          <a:prstGeom xmlns:a="http://schemas.openxmlformats.org/drawingml/2006/main" prst="rect">
            <a:avLst/>
          </a:prstGeom>
          <a:solidFill xmlns:a="http://schemas.openxmlformats.org/drawingml/2006/main">
            <a:srgbClr val="ADD9CC"/>
          </a:solidFill>
          <a:ln xmlns:a="http://schemas.openxmlformats.org/drawingml/2006/main" w="0">
            <a:noFill/>
            <a:prstDash val="solid"/>
          </a:ln>
        </p:spPr>
      </p:sp>
      <p:sp>
        <p:nvSpPr>
          <p:cNvPr id="28" name="text">
            <a:extLst xmlns:a="http://schemas.openxmlformats.org/drawingml/2006/main">
              <a:ext uri="{FF2B5EF4-FFF2-40B4-BE49-F238E27FC236}">
                <a16:creationId xmlns:a16="http://schemas.microsoft.com/office/drawing/2014/main" id="{D59CBD14-FD87-472A-88DF-7ABA79D3EB10}"/>
              </a:ext>
            </a:extLst>
          </p:cNvPr>
          <p:cNvSpPr>
            <a:spLocks xmlns:a="http://schemas.openxmlformats.org/drawingml/2006/main" noGrp="1"/>
          </p:cNvSpPr>
          <p:nvPr/>
        </p:nvSpPr>
        <p:spPr>
          <a:xfrm xmlns:a="http://schemas.openxmlformats.org/drawingml/2006/main">
            <a:off x="5981700" y="39338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86368"/>
                </a:solidFill>
                <a:latin typeface="Noto Sans KR"/>
                <a:ea typeface="Noto Sans KR"/>
                <a:cs typeface="Noto Sans KR"/>
              </a:defRPr>
            </a:defPPr>
            <a:lvl1pPr algn="l">
              <a:defRPr sz="1125" b="0">
                <a:solidFill>
                  <a:srgbClr val="586368"/>
                </a:solidFill>
                <a:latin typeface="Noto Sans KR"/>
                <a:ea typeface="Noto Sans KR"/>
                <a:cs typeface="Noto Sans KR"/>
              </a:defRPr>
            </a:lvl1pPr>
            <a:lvl2pPr algn="l">
              <a:defRPr sz="1125" b="0">
                <a:solidFill>
                  <a:srgbClr val="586368"/>
                </a:solidFill>
                <a:latin typeface="Noto Sans KR"/>
                <a:ea typeface="Noto Sans KR"/>
                <a:cs typeface="Noto Sans KR"/>
              </a:defRPr>
            </a:lvl2pPr>
            <a:lvl3pPr algn="l">
              <a:defRPr sz="1125" b="0">
                <a:solidFill>
                  <a:srgbClr val="586368"/>
                </a:solidFill>
                <a:latin typeface="Noto Sans KR"/>
                <a:ea typeface="Noto Sans KR"/>
                <a:cs typeface="Noto Sans KR"/>
              </a:defRPr>
            </a:lvl3pPr>
            <a:lvl4pPr algn="l">
              <a:defRPr sz="1125" b="0">
                <a:solidFill>
                  <a:srgbClr val="586368"/>
                </a:solidFill>
                <a:latin typeface="Noto Sans KR"/>
                <a:ea typeface="Noto Sans KR"/>
                <a:cs typeface="Noto Sans KR"/>
              </a:defRPr>
            </a:lvl4pPr>
            <a:lvl5pPr algn="l">
              <a:defRPr sz="1125" b="0">
                <a:solidFill>
                  <a:srgbClr val="586368"/>
                </a:solidFill>
                <a:latin typeface="Noto Sans KR"/>
                <a:ea typeface="Noto Sans KR"/>
                <a:cs typeface="Noto Sans KR"/>
              </a:defRPr>
            </a:lvl5pPr>
            <a:lvl6pPr algn="l">
              <a:defRPr sz="1125" b="0">
                <a:solidFill>
                  <a:srgbClr val="586368"/>
                </a:solidFill>
                <a:latin typeface="Noto Sans KR"/>
                <a:ea typeface="Noto Sans KR"/>
                <a:cs typeface="Noto Sans KR"/>
              </a:defRPr>
            </a:lvl6pPr>
            <a:lvl7pPr algn="l">
              <a:defRPr sz="1125" b="0">
                <a:solidFill>
                  <a:srgbClr val="586368"/>
                </a:solidFill>
                <a:latin typeface="Noto Sans KR"/>
                <a:ea typeface="Noto Sans KR"/>
                <a:cs typeface="Noto Sans KR"/>
              </a:defRPr>
            </a:lvl7pPr>
            <a:lvl8pPr algn="l">
              <a:defRPr sz="1125" b="0">
                <a:solidFill>
                  <a:srgbClr val="586368"/>
                </a:solidFill>
                <a:latin typeface="Noto Sans KR"/>
                <a:ea typeface="Noto Sans KR"/>
                <a:cs typeface="Noto Sans KR"/>
              </a:defRPr>
            </a:lvl8pPr>
            <a:lvl9pPr algn="l">
              <a:defRPr sz="1125" b="0">
                <a:solidFill>
                  <a:srgbClr val="586368"/>
                </a:solidFill>
                <a:latin typeface="Noto Sans KR"/>
                <a:ea typeface="Noto Sans KR"/>
                <a:cs typeface="Noto Sans KR"/>
              </a:defRPr>
            </a:lvl9pPr>
          </a:lstStyle>
          <a:p xmlns:a="http://schemas.openxmlformats.org/drawingml/2006/main">
            <a:pPr algn="l">
              <a:lnSpc>
                <a:spcPct val="118000"/>
              </a:lnSpc>
              <a:buNone/>
              <a:defRPr sz="1125" b="0">
                <a:solidFill>
                  <a:srgbClr val="586368"/>
                </a:solidFill>
                <a:latin typeface="Noto Sans KR"/>
                <a:ea typeface="Noto Sans KR"/>
                <a:cs typeface="Noto Sans KR"/>
              </a:defRPr>
            </a:pPr>
            <a:r>
              <a:rPr sz="1125" b="0">
                <a:solidFill>
                  <a:srgbClr val="586368"/>
                </a:solidFill>
                <a:latin typeface="Noto Sans KR"/>
                <a:ea typeface="Noto Sans KR"/>
                <a:cs typeface="Noto Sans KR"/>
              </a:rPr>
              <a:t>정상</a:t>
            </a:r>
          </a:p>
        </p:txBody>
      </p:sp>
      <p:sp>
        <p:nvSpPr>
          <p:cNvPr id="29" name="shape">
            <a:extLst xmlns:a="http://schemas.openxmlformats.org/drawingml/2006/main">
              <a:ext uri="{FF2B5EF4-FFF2-40B4-BE49-F238E27FC236}">
                <a16:creationId xmlns:a16="http://schemas.microsoft.com/office/drawing/2014/main" id="{025E6EB4-E26B-4547-A881-F464B8DE0909}"/>
              </a:ext>
            </a:extLst>
          </p:cNvPr>
          <p:cNvSpPr>
            <a:spLocks xmlns:a="http://schemas.openxmlformats.org/drawingml/2006/main" noGrp="1"/>
          </p:cNvSpPr>
          <p:nvPr/>
        </p:nvSpPr>
        <p:spPr>
          <a:xfrm xmlns:a="http://schemas.openxmlformats.org/drawingml/2006/main">
            <a:off x="6619875" y="3990975"/>
            <a:ext cx="114300" cy="114300"/>
          </a:xfrm>
          <a:prstGeom xmlns:a="http://schemas.openxmlformats.org/drawingml/2006/main" prst="rect">
            <a:avLst/>
          </a:prstGeom>
          <a:solidFill xmlns:a="http://schemas.openxmlformats.org/drawingml/2006/main">
            <a:srgbClr val="E6C45F"/>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E87C555B-5356-42BA-9F26-F839B37609B6}"/>
              </a:ext>
            </a:extLst>
          </p:cNvPr>
          <p:cNvSpPr>
            <a:spLocks xmlns:a="http://schemas.openxmlformats.org/drawingml/2006/main" noGrp="1"/>
          </p:cNvSpPr>
          <p:nvPr/>
        </p:nvSpPr>
        <p:spPr>
          <a:xfrm xmlns:a="http://schemas.openxmlformats.org/drawingml/2006/main">
            <a:off x="6791325" y="39338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86368"/>
                </a:solidFill>
                <a:latin typeface="Noto Sans KR"/>
                <a:ea typeface="Noto Sans KR"/>
                <a:cs typeface="Noto Sans KR"/>
              </a:defRPr>
            </a:defPPr>
            <a:lvl1pPr algn="l">
              <a:defRPr sz="1125" b="0">
                <a:solidFill>
                  <a:srgbClr val="586368"/>
                </a:solidFill>
                <a:latin typeface="Noto Sans KR"/>
                <a:ea typeface="Noto Sans KR"/>
                <a:cs typeface="Noto Sans KR"/>
              </a:defRPr>
            </a:lvl1pPr>
            <a:lvl2pPr algn="l">
              <a:defRPr sz="1125" b="0">
                <a:solidFill>
                  <a:srgbClr val="586368"/>
                </a:solidFill>
                <a:latin typeface="Noto Sans KR"/>
                <a:ea typeface="Noto Sans KR"/>
                <a:cs typeface="Noto Sans KR"/>
              </a:defRPr>
            </a:lvl2pPr>
            <a:lvl3pPr algn="l">
              <a:defRPr sz="1125" b="0">
                <a:solidFill>
                  <a:srgbClr val="586368"/>
                </a:solidFill>
                <a:latin typeface="Noto Sans KR"/>
                <a:ea typeface="Noto Sans KR"/>
                <a:cs typeface="Noto Sans KR"/>
              </a:defRPr>
            </a:lvl3pPr>
            <a:lvl4pPr algn="l">
              <a:defRPr sz="1125" b="0">
                <a:solidFill>
                  <a:srgbClr val="586368"/>
                </a:solidFill>
                <a:latin typeface="Noto Sans KR"/>
                <a:ea typeface="Noto Sans KR"/>
                <a:cs typeface="Noto Sans KR"/>
              </a:defRPr>
            </a:lvl4pPr>
            <a:lvl5pPr algn="l">
              <a:defRPr sz="1125" b="0">
                <a:solidFill>
                  <a:srgbClr val="586368"/>
                </a:solidFill>
                <a:latin typeface="Noto Sans KR"/>
                <a:ea typeface="Noto Sans KR"/>
                <a:cs typeface="Noto Sans KR"/>
              </a:defRPr>
            </a:lvl5pPr>
            <a:lvl6pPr algn="l">
              <a:defRPr sz="1125" b="0">
                <a:solidFill>
                  <a:srgbClr val="586368"/>
                </a:solidFill>
                <a:latin typeface="Noto Sans KR"/>
                <a:ea typeface="Noto Sans KR"/>
                <a:cs typeface="Noto Sans KR"/>
              </a:defRPr>
            </a:lvl6pPr>
            <a:lvl7pPr algn="l">
              <a:defRPr sz="1125" b="0">
                <a:solidFill>
                  <a:srgbClr val="586368"/>
                </a:solidFill>
                <a:latin typeface="Noto Sans KR"/>
                <a:ea typeface="Noto Sans KR"/>
                <a:cs typeface="Noto Sans KR"/>
              </a:defRPr>
            </a:lvl7pPr>
            <a:lvl8pPr algn="l">
              <a:defRPr sz="1125" b="0">
                <a:solidFill>
                  <a:srgbClr val="586368"/>
                </a:solidFill>
                <a:latin typeface="Noto Sans KR"/>
                <a:ea typeface="Noto Sans KR"/>
                <a:cs typeface="Noto Sans KR"/>
              </a:defRPr>
            </a:lvl8pPr>
            <a:lvl9pPr algn="l">
              <a:defRPr sz="1125" b="0">
                <a:solidFill>
                  <a:srgbClr val="586368"/>
                </a:solidFill>
                <a:latin typeface="Noto Sans KR"/>
                <a:ea typeface="Noto Sans KR"/>
                <a:cs typeface="Noto Sans KR"/>
              </a:defRPr>
            </a:lvl9pPr>
          </a:lstStyle>
          <a:p xmlns:a="http://schemas.openxmlformats.org/drawingml/2006/main">
            <a:pPr algn="l">
              <a:lnSpc>
                <a:spcPct val="118000"/>
              </a:lnSpc>
              <a:buNone/>
              <a:defRPr sz="1125" b="0">
                <a:solidFill>
                  <a:srgbClr val="586368"/>
                </a:solidFill>
                <a:latin typeface="Noto Sans KR"/>
                <a:ea typeface="Noto Sans KR"/>
                <a:cs typeface="Noto Sans KR"/>
              </a:defRPr>
            </a:pPr>
            <a:r>
              <a:rPr sz="1125" b="0">
                <a:solidFill>
                  <a:srgbClr val="586368"/>
                </a:solidFill>
                <a:latin typeface="Noto Sans KR"/>
                <a:ea typeface="Noto Sans KR"/>
                <a:cs typeface="Noto Sans KR"/>
              </a:rPr>
              <a:t>주의</a:t>
            </a:r>
          </a:p>
        </p:txBody>
      </p:sp>
      <p:sp>
        <p:nvSpPr>
          <p:cNvPr id="31" name="shape">
            <a:extLst xmlns:a="http://schemas.openxmlformats.org/drawingml/2006/main">
              <a:ext uri="{FF2B5EF4-FFF2-40B4-BE49-F238E27FC236}">
                <a16:creationId xmlns:a16="http://schemas.microsoft.com/office/drawing/2014/main" id="{90B8AE46-866E-4616-BA54-017339F74F98}"/>
              </a:ext>
            </a:extLst>
          </p:cNvPr>
          <p:cNvSpPr>
            <a:spLocks xmlns:a="http://schemas.openxmlformats.org/drawingml/2006/main" noGrp="1"/>
          </p:cNvSpPr>
          <p:nvPr/>
        </p:nvSpPr>
        <p:spPr>
          <a:xfrm xmlns:a="http://schemas.openxmlformats.org/drawingml/2006/main">
            <a:off x="7429500" y="3990975"/>
            <a:ext cx="114300" cy="114300"/>
          </a:xfrm>
          <a:prstGeom xmlns:a="http://schemas.openxmlformats.org/drawingml/2006/main" prst="rect">
            <a:avLst/>
          </a:prstGeom>
          <a:solidFill xmlns:a="http://schemas.openxmlformats.org/drawingml/2006/main">
            <a:srgbClr val="DF9677"/>
          </a:solidFill>
          <a:ln xmlns:a="http://schemas.openxmlformats.org/drawingml/2006/main" w="0">
            <a:noFill/>
            <a:prstDash val="solid"/>
          </a:ln>
        </p:spPr>
      </p:sp>
      <p:sp>
        <p:nvSpPr>
          <p:cNvPr id="32" name="text">
            <a:extLst xmlns:a="http://schemas.openxmlformats.org/drawingml/2006/main">
              <a:ext uri="{FF2B5EF4-FFF2-40B4-BE49-F238E27FC236}">
                <a16:creationId xmlns:a16="http://schemas.microsoft.com/office/drawing/2014/main" id="{BE956A3D-4C53-41A8-B842-D814510207AB}"/>
              </a:ext>
            </a:extLst>
          </p:cNvPr>
          <p:cNvSpPr>
            <a:spLocks xmlns:a="http://schemas.openxmlformats.org/drawingml/2006/main" noGrp="1"/>
          </p:cNvSpPr>
          <p:nvPr/>
        </p:nvSpPr>
        <p:spPr>
          <a:xfrm xmlns:a="http://schemas.openxmlformats.org/drawingml/2006/main">
            <a:off x="7600950" y="3933825"/>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86368"/>
                </a:solidFill>
                <a:latin typeface="Noto Sans KR"/>
                <a:ea typeface="Noto Sans KR"/>
                <a:cs typeface="Noto Sans KR"/>
              </a:defRPr>
            </a:defPPr>
            <a:lvl1pPr algn="l">
              <a:defRPr sz="1125" b="0">
                <a:solidFill>
                  <a:srgbClr val="586368"/>
                </a:solidFill>
                <a:latin typeface="Noto Sans KR"/>
                <a:ea typeface="Noto Sans KR"/>
                <a:cs typeface="Noto Sans KR"/>
              </a:defRPr>
            </a:lvl1pPr>
            <a:lvl2pPr algn="l">
              <a:defRPr sz="1125" b="0">
                <a:solidFill>
                  <a:srgbClr val="586368"/>
                </a:solidFill>
                <a:latin typeface="Noto Sans KR"/>
                <a:ea typeface="Noto Sans KR"/>
                <a:cs typeface="Noto Sans KR"/>
              </a:defRPr>
            </a:lvl2pPr>
            <a:lvl3pPr algn="l">
              <a:defRPr sz="1125" b="0">
                <a:solidFill>
                  <a:srgbClr val="586368"/>
                </a:solidFill>
                <a:latin typeface="Noto Sans KR"/>
                <a:ea typeface="Noto Sans KR"/>
                <a:cs typeface="Noto Sans KR"/>
              </a:defRPr>
            </a:lvl3pPr>
            <a:lvl4pPr algn="l">
              <a:defRPr sz="1125" b="0">
                <a:solidFill>
                  <a:srgbClr val="586368"/>
                </a:solidFill>
                <a:latin typeface="Noto Sans KR"/>
                <a:ea typeface="Noto Sans KR"/>
                <a:cs typeface="Noto Sans KR"/>
              </a:defRPr>
            </a:lvl4pPr>
            <a:lvl5pPr algn="l">
              <a:defRPr sz="1125" b="0">
                <a:solidFill>
                  <a:srgbClr val="586368"/>
                </a:solidFill>
                <a:latin typeface="Noto Sans KR"/>
                <a:ea typeface="Noto Sans KR"/>
                <a:cs typeface="Noto Sans KR"/>
              </a:defRPr>
            </a:lvl5pPr>
            <a:lvl6pPr algn="l">
              <a:defRPr sz="1125" b="0">
                <a:solidFill>
                  <a:srgbClr val="586368"/>
                </a:solidFill>
                <a:latin typeface="Noto Sans KR"/>
                <a:ea typeface="Noto Sans KR"/>
                <a:cs typeface="Noto Sans KR"/>
              </a:defRPr>
            </a:lvl6pPr>
            <a:lvl7pPr algn="l">
              <a:defRPr sz="1125" b="0">
                <a:solidFill>
                  <a:srgbClr val="586368"/>
                </a:solidFill>
                <a:latin typeface="Noto Sans KR"/>
                <a:ea typeface="Noto Sans KR"/>
                <a:cs typeface="Noto Sans KR"/>
              </a:defRPr>
            </a:lvl7pPr>
            <a:lvl8pPr algn="l">
              <a:defRPr sz="1125" b="0">
                <a:solidFill>
                  <a:srgbClr val="586368"/>
                </a:solidFill>
                <a:latin typeface="Noto Sans KR"/>
                <a:ea typeface="Noto Sans KR"/>
                <a:cs typeface="Noto Sans KR"/>
              </a:defRPr>
            </a:lvl8pPr>
            <a:lvl9pPr algn="l">
              <a:defRPr sz="1125" b="0">
                <a:solidFill>
                  <a:srgbClr val="586368"/>
                </a:solidFill>
                <a:latin typeface="Noto Sans KR"/>
                <a:ea typeface="Noto Sans KR"/>
                <a:cs typeface="Noto Sans KR"/>
              </a:defRPr>
            </a:lvl9pPr>
          </a:lstStyle>
          <a:p xmlns:a="http://schemas.openxmlformats.org/drawingml/2006/main">
            <a:pPr algn="l">
              <a:lnSpc>
                <a:spcPct val="118000"/>
              </a:lnSpc>
              <a:buNone/>
              <a:defRPr sz="1125" b="0">
                <a:solidFill>
                  <a:srgbClr val="586368"/>
                </a:solidFill>
                <a:latin typeface="Noto Sans KR"/>
                <a:ea typeface="Noto Sans KR"/>
                <a:cs typeface="Noto Sans KR"/>
              </a:defRPr>
            </a:pPr>
            <a:r>
              <a:rPr sz="1125" b="0">
                <a:solidFill>
                  <a:srgbClr val="586368"/>
                </a:solidFill>
                <a:latin typeface="Noto Sans KR"/>
                <a:ea typeface="Noto Sans KR"/>
                <a:cs typeface="Noto Sans KR"/>
              </a:rPr>
              <a:t>위험</a:t>
            </a:r>
          </a:p>
        </p:txBody>
      </p:sp>
      <p:sp>
        <p:nvSpPr>
          <p:cNvPr id="33" name="text">
            <a:extLst xmlns:a="http://schemas.openxmlformats.org/drawingml/2006/main">
              <a:ext uri="{FF2B5EF4-FFF2-40B4-BE49-F238E27FC236}">
                <a16:creationId xmlns:a16="http://schemas.microsoft.com/office/drawing/2014/main" id="{FD789CED-4A56-4B0C-80C7-38B1C372971F}"/>
              </a:ext>
            </a:extLst>
          </p:cNvPr>
          <p:cNvSpPr>
            <a:spLocks xmlns:a="http://schemas.openxmlformats.org/drawingml/2006/main" noGrp="1"/>
          </p:cNvSpPr>
          <p:nvPr/>
        </p:nvSpPr>
        <p:spPr>
          <a:xfrm xmlns:a="http://schemas.openxmlformats.org/drawingml/2006/main">
            <a:off x="762000" y="4324350"/>
            <a:ext cx="7524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86368"/>
                </a:solidFill>
                <a:latin typeface="Noto Sans KR"/>
                <a:ea typeface="Noto Sans KR"/>
                <a:cs typeface="Noto Sans KR"/>
              </a:defRPr>
            </a:defPPr>
            <a:lvl1pPr algn="l">
              <a:defRPr sz="1275" b="0">
                <a:solidFill>
                  <a:srgbClr val="586368"/>
                </a:solidFill>
                <a:latin typeface="Noto Sans KR"/>
                <a:ea typeface="Noto Sans KR"/>
                <a:cs typeface="Noto Sans KR"/>
              </a:defRPr>
            </a:lvl1pPr>
            <a:lvl2pPr algn="l">
              <a:defRPr sz="1275" b="0">
                <a:solidFill>
                  <a:srgbClr val="586368"/>
                </a:solidFill>
                <a:latin typeface="Noto Sans KR"/>
                <a:ea typeface="Noto Sans KR"/>
                <a:cs typeface="Noto Sans KR"/>
              </a:defRPr>
            </a:lvl2pPr>
            <a:lvl3pPr algn="l">
              <a:defRPr sz="1275" b="0">
                <a:solidFill>
                  <a:srgbClr val="586368"/>
                </a:solidFill>
                <a:latin typeface="Noto Sans KR"/>
                <a:ea typeface="Noto Sans KR"/>
                <a:cs typeface="Noto Sans KR"/>
              </a:defRPr>
            </a:lvl3pPr>
            <a:lvl4pPr algn="l">
              <a:defRPr sz="1275" b="0">
                <a:solidFill>
                  <a:srgbClr val="586368"/>
                </a:solidFill>
                <a:latin typeface="Noto Sans KR"/>
                <a:ea typeface="Noto Sans KR"/>
                <a:cs typeface="Noto Sans KR"/>
              </a:defRPr>
            </a:lvl4pPr>
            <a:lvl5pPr algn="l">
              <a:defRPr sz="1275" b="0">
                <a:solidFill>
                  <a:srgbClr val="586368"/>
                </a:solidFill>
                <a:latin typeface="Noto Sans KR"/>
                <a:ea typeface="Noto Sans KR"/>
                <a:cs typeface="Noto Sans KR"/>
              </a:defRPr>
            </a:lvl5pPr>
            <a:lvl6pPr algn="l">
              <a:defRPr sz="1275" b="0">
                <a:solidFill>
                  <a:srgbClr val="586368"/>
                </a:solidFill>
                <a:latin typeface="Noto Sans KR"/>
                <a:ea typeface="Noto Sans KR"/>
                <a:cs typeface="Noto Sans KR"/>
              </a:defRPr>
            </a:lvl6pPr>
            <a:lvl7pPr algn="l">
              <a:defRPr sz="1275" b="0">
                <a:solidFill>
                  <a:srgbClr val="586368"/>
                </a:solidFill>
                <a:latin typeface="Noto Sans KR"/>
                <a:ea typeface="Noto Sans KR"/>
                <a:cs typeface="Noto Sans KR"/>
              </a:defRPr>
            </a:lvl7pPr>
            <a:lvl8pPr algn="l">
              <a:defRPr sz="1275" b="0">
                <a:solidFill>
                  <a:srgbClr val="586368"/>
                </a:solidFill>
                <a:latin typeface="Noto Sans KR"/>
                <a:ea typeface="Noto Sans KR"/>
                <a:cs typeface="Noto Sans KR"/>
              </a:defRPr>
            </a:lvl8pPr>
            <a:lvl9pPr algn="l">
              <a:defRPr sz="1275" b="0">
                <a:solidFill>
                  <a:srgbClr val="586368"/>
                </a:solidFill>
                <a:latin typeface="Noto Sans KR"/>
                <a:ea typeface="Noto Sans KR"/>
                <a:cs typeface="Noto Sans KR"/>
              </a:defRPr>
            </a:lvl9pPr>
          </a:lstStyle>
          <a:p xmlns:a="http://schemas.openxmlformats.org/drawingml/2006/main">
            <a:pPr algn="l">
              <a:lnSpc>
                <a:spcPct val="118000"/>
              </a:lnSpc>
              <a:buNone/>
              <a:defRPr sz="1275" b="0">
                <a:solidFill>
                  <a:srgbClr val="586368"/>
                </a:solidFill>
                <a:latin typeface="Noto Sans KR"/>
                <a:ea typeface="Noto Sans KR"/>
                <a:cs typeface="Noto Sans KR"/>
              </a:defRPr>
            </a:pPr>
            <a:r>
              <a:rPr sz="1275" b="0">
                <a:solidFill>
                  <a:srgbClr val="586368"/>
                </a:solidFill>
                <a:latin typeface="Noto Sans KR"/>
                <a:ea typeface="Noto Sans KR"/>
                <a:cs typeface="Noto Sans KR"/>
              </a:rPr>
              <a:t>단일 사용은 4가지 구성 모두 61개 시점에서 정상</a:t>
            </a:r>
          </a:p>
        </p:txBody>
      </p:sp>
      <p:sp>
        <p:nvSpPr>
          <p:cNvPr id="34" name="text">
            <a:extLst xmlns:a="http://schemas.openxmlformats.org/drawingml/2006/main">
              <a:ext uri="{FF2B5EF4-FFF2-40B4-BE49-F238E27FC236}">
                <a16:creationId xmlns:a16="http://schemas.microsoft.com/office/drawing/2014/main" id="{6690E17D-9F82-44E5-B152-3C208C0F3C22}"/>
              </a:ext>
            </a:extLst>
          </p:cNvPr>
          <p:cNvSpPr>
            <a:spLocks xmlns:a="http://schemas.openxmlformats.org/drawingml/2006/main" noGrp="1"/>
          </p:cNvSpPr>
          <p:nvPr/>
        </p:nvSpPr>
        <p:spPr>
          <a:xfrm xmlns:a="http://schemas.openxmlformats.org/drawingml/2006/main">
            <a:off x="8810625" y="1885950"/>
            <a:ext cx="41433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41719"/>
                </a:solidFill>
                <a:latin typeface="Noto Sans KR"/>
                <a:ea typeface="Noto Sans KR"/>
                <a:cs typeface="Noto Sans KR"/>
              </a:defRPr>
            </a:defPPr>
            <a:lvl1pPr algn="l">
              <a:defRPr sz="1875" b="1">
                <a:solidFill>
                  <a:srgbClr val="141719"/>
                </a:solidFill>
                <a:latin typeface="Noto Sans KR"/>
                <a:ea typeface="Noto Sans KR"/>
                <a:cs typeface="Noto Sans KR"/>
              </a:defRPr>
            </a:lvl1pPr>
            <a:lvl2pPr algn="l">
              <a:defRPr sz="1875" b="1">
                <a:solidFill>
                  <a:srgbClr val="141719"/>
                </a:solidFill>
                <a:latin typeface="Noto Sans KR"/>
                <a:ea typeface="Noto Sans KR"/>
                <a:cs typeface="Noto Sans KR"/>
              </a:defRPr>
            </a:lvl2pPr>
            <a:lvl3pPr algn="l">
              <a:defRPr sz="1875" b="1">
                <a:solidFill>
                  <a:srgbClr val="141719"/>
                </a:solidFill>
                <a:latin typeface="Noto Sans KR"/>
                <a:ea typeface="Noto Sans KR"/>
                <a:cs typeface="Noto Sans KR"/>
              </a:defRPr>
            </a:lvl3pPr>
            <a:lvl4pPr algn="l">
              <a:defRPr sz="1875" b="1">
                <a:solidFill>
                  <a:srgbClr val="141719"/>
                </a:solidFill>
                <a:latin typeface="Noto Sans KR"/>
                <a:ea typeface="Noto Sans KR"/>
                <a:cs typeface="Noto Sans KR"/>
              </a:defRPr>
            </a:lvl4pPr>
            <a:lvl5pPr algn="l">
              <a:defRPr sz="1875" b="1">
                <a:solidFill>
                  <a:srgbClr val="141719"/>
                </a:solidFill>
                <a:latin typeface="Noto Sans KR"/>
                <a:ea typeface="Noto Sans KR"/>
                <a:cs typeface="Noto Sans KR"/>
              </a:defRPr>
            </a:lvl5pPr>
            <a:lvl6pPr algn="l">
              <a:defRPr sz="1875" b="1">
                <a:solidFill>
                  <a:srgbClr val="141719"/>
                </a:solidFill>
                <a:latin typeface="Noto Sans KR"/>
                <a:ea typeface="Noto Sans KR"/>
                <a:cs typeface="Noto Sans KR"/>
              </a:defRPr>
            </a:lvl6pPr>
            <a:lvl7pPr algn="l">
              <a:defRPr sz="1875" b="1">
                <a:solidFill>
                  <a:srgbClr val="141719"/>
                </a:solidFill>
                <a:latin typeface="Noto Sans KR"/>
                <a:ea typeface="Noto Sans KR"/>
                <a:cs typeface="Noto Sans KR"/>
              </a:defRPr>
            </a:lvl7pPr>
            <a:lvl8pPr algn="l">
              <a:defRPr sz="1875" b="1">
                <a:solidFill>
                  <a:srgbClr val="141719"/>
                </a:solidFill>
                <a:latin typeface="Noto Sans KR"/>
                <a:ea typeface="Noto Sans KR"/>
                <a:cs typeface="Noto Sans KR"/>
              </a:defRPr>
            </a:lvl8pPr>
            <a:lvl9pPr algn="l">
              <a:defRPr sz="1875" b="1">
                <a:solidFill>
                  <a:srgbClr val="141719"/>
                </a:solidFill>
                <a:latin typeface="Noto Sans KR"/>
                <a:ea typeface="Noto Sans KR"/>
                <a:cs typeface="Noto Sans KR"/>
              </a:defRPr>
            </a:lvl9pPr>
          </a:lstStyle>
          <a:p xmlns:a="http://schemas.openxmlformats.org/drawingml/2006/main">
            <a:pPr algn="l">
              <a:lnSpc>
                <a:spcPct val="118000"/>
              </a:lnSpc>
              <a:buNone/>
              <a:defRPr sz="1875" b="1">
                <a:solidFill>
                  <a:srgbClr val="141719"/>
                </a:solidFill>
                <a:latin typeface="Noto Sans KR"/>
                <a:ea typeface="Noto Sans KR"/>
                <a:cs typeface="Noto Sans KR"/>
              </a:defRPr>
            </a:pPr>
            <a:r>
              <a:rPr sz="1875" b="1">
                <a:solidFill>
                  <a:srgbClr val="141719"/>
                </a:solidFill>
                <a:latin typeface="Noto Sans KR"/>
                <a:ea typeface="Noto Sans KR"/>
                <a:cs typeface="Noto Sans KR"/>
              </a:rPr>
              <a:t>첫 주의 시점</a:t>
            </a:r>
          </a:p>
        </p:txBody>
      </p:sp>
      <p:sp>
        <p:nvSpPr>
          <p:cNvPr id="35" name="text">
            <a:extLst xmlns:a="http://schemas.openxmlformats.org/drawingml/2006/main">
              <a:ext uri="{FF2B5EF4-FFF2-40B4-BE49-F238E27FC236}">
                <a16:creationId xmlns:a16="http://schemas.microsoft.com/office/drawing/2014/main" id="{750DF1AB-074F-4980-962A-54D3F117AEBC}"/>
              </a:ext>
            </a:extLst>
          </p:cNvPr>
          <p:cNvSpPr>
            <a:spLocks xmlns:a="http://schemas.openxmlformats.org/drawingml/2006/main" noGrp="1"/>
          </p:cNvSpPr>
          <p:nvPr/>
        </p:nvSpPr>
        <p:spPr>
          <a:xfrm xmlns:a="http://schemas.openxmlformats.org/drawingml/2006/main">
            <a:off x="8810625" y="2343150"/>
            <a:ext cx="4143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00877E"/>
                </a:solidFill>
                <a:latin typeface="Noto Sans KR"/>
                <a:ea typeface="Noto Sans KR"/>
                <a:cs typeface="Noto Sans KR"/>
              </a:defRPr>
            </a:defPPr>
            <a:lvl1pPr algn="l">
              <a:defRPr sz="2850" b="1">
                <a:solidFill>
                  <a:srgbClr val="00877E"/>
                </a:solidFill>
                <a:latin typeface="Noto Sans KR"/>
                <a:ea typeface="Noto Sans KR"/>
                <a:cs typeface="Noto Sans KR"/>
              </a:defRPr>
            </a:lvl1pPr>
            <a:lvl2pPr algn="l">
              <a:defRPr sz="2850" b="1">
                <a:solidFill>
                  <a:srgbClr val="00877E"/>
                </a:solidFill>
                <a:latin typeface="Noto Sans KR"/>
                <a:ea typeface="Noto Sans KR"/>
                <a:cs typeface="Noto Sans KR"/>
              </a:defRPr>
            </a:lvl2pPr>
            <a:lvl3pPr algn="l">
              <a:defRPr sz="2850" b="1">
                <a:solidFill>
                  <a:srgbClr val="00877E"/>
                </a:solidFill>
                <a:latin typeface="Noto Sans KR"/>
                <a:ea typeface="Noto Sans KR"/>
                <a:cs typeface="Noto Sans KR"/>
              </a:defRPr>
            </a:lvl3pPr>
            <a:lvl4pPr algn="l">
              <a:defRPr sz="2850" b="1">
                <a:solidFill>
                  <a:srgbClr val="00877E"/>
                </a:solidFill>
                <a:latin typeface="Noto Sans KR"/>
                <a:ea typeface="Noto Sans KR"/>
                <a:cs typeface="Noto Sans KR"/>
              </a:defRPr>
            </a:lvl4pPr>
            <a:lvl5pPr algn="l">
              <a:defRPr sz="2850" b="1">
                <a:solidFill>
                  <a:srgbClr val="00877E"/>
                </a:solidFill>
                <a:latin typeface="Noto Sans KR"/>
                <a:ea typeface="Noto Sans KR"/>
                <a:cs typeface="Noto Sans KR"/>
              </a:defRPr>
            </a:lvl5pPr>
            <a:lvl6pPr algn="l">
              <a:defRPr sz="2850" b="1">
                <a:solidFill>
                  <a:srgbClr val="00877E"/>
                </a:solidFill>
                <a:latin typeface="Noto Sans KR"/>
                <a:ea typeface="Noto Sans KR"/>
                <a:cs typeface="Noto Sans KR"/>
              </a:defRPr>
            </a:lvl6pPr>
            <a:lvl7pPr algn="l">
              <a:defRPr sz="2850" b="1">
                <a:solidFill>
                  <a:srgbClr val="00877E"/>
                </a:solidFill>
                <a:latin typeface="Noto Sans KR"/>
                <a:ea typeface="Noto Sans KR"/>
                <a:cs typeface="Noto Sans KR"/>
              </a:defRPr>
            </a:lvl7pPr>
            <a:lvl8pPr algn="l">
              <a:defRPr sz="2850" b="1">
                <a:solidFill>
                  <a:srgbClr val="00877E"/>
                </a:solidFill>
                <a:latin typeface="Noto Sans KR"/>
                <a:ea typeface="Noto Sans KR"/>
                <a:cs typeface="Noto Sans KR"/>
              </a:defRPr>
            </a:lvl8pPr>
            <a:lvl9pPr algn="l">
              <a:defRPr sz="2850" b="1">
                <a:solidFill>
                  <a:srgbClr val="00877E"/>
                </a:solidFill>
                <a:latin typeface="Noto Sans KR"/>
                <a:ea typeface="Noto Sans KR"/>
                <a:cs typeface="Noto Sans KR"/>
              </a:defRPr>
            </a:lvl9pPr>
          </a:lstStyle>
          <a:p xmlns:a="http://schemas.openxmlformats.org/drawingml/2006/main">
            <a:pPr algn="l">
              <a:lnSpc>
                <a:spcPct val="118000"/>
              </a:lnSpc>
              <a:buNone/>
              <a:defRPr sz="2850" b="1">
                <a:solidFill>
                  <a:srgbClr val="00877E"/>
                </a:solidFill>
                <a:latin typeface="Noto Sans KR"/>
                <a:ea typeface="Noto Sans KR"/>
                <a:cs typeface="Noto Sans KR"/>
              </a:defRPr>
            </a:pPr>
            <a:r>
              <a:rPr sz="2850" b="1">
                <a:solidFill>
                  <a:srgbClr val="00877E"/>
                </a:solidFill>
                <a:latin typeface="Noto Sans KR"/>
                <a:ea typeface="Noto Sans KR"/>
                <a:cs typeface="Noto Sans KR"/>
              </a:rPr>
              <a:t>26분 → 5분</a:t>
            </a:r>
          </a:p>
        </p:txBody>
      </p:sp>
      <p:sp>
        <p:nvSpPr>
          <p:cNvPr id="36" name="text">
            <a:extLst xmlns:a="http://schemas.openxmlformats.org/drawingml/2006/main">
              <a:ext uri="{FF2B5EF4-FFF2-40B4-BE49-F238E27FC236}">
                <a16:creationId xmlns:a16="http://schemas.microsoft.com/office/drawing/2014/main" id="{3650B63E-54D6-421B-BDAF-95153345A66D}"/>
              </a:ext>
            </a:extLst>
          </p:cNvPr>
          <p:cNvSpPr>
            <a:spLocks xmlns:a="http://schemas.openxmlformats.org/drawingml/2006/main" noGrp="1"/>
          </p:cNvSpPr>
          <p:nvPr/>
        </p:nvSpPr>
        <p:spPr>
          <a:xfrm xmlns:a="http://schemas.openxmlformats.org/drawingml/2006/main">
            <a:off x="8810625" y="2990850"/>
            <a:ext cx="4143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41719"/>
                </a:solidFill>
                <a:latin typeface="Noto Sans KR"/>
                <a:ea typeface="Noto Sans KR"/>
                <a:cs typeface="Noto Sans KR"/>
              </a:defRPr>
            </a:defPPr>
            <a:lvl1pPr algn="l">
              <a:defRPr sz="1500" b="0">
                <a:solidFill>
                  <a:srgbClr val="141719"/>
                </a:solidFill>
                <a:latin typeface="Noto Sans KR"/>
                <a:ea typeface="Noto Sans KR"/>
                <a:cs typeface="Noto Sans KR"/>
              </a:defRPr>
            </a:lvl1pPr>
            <a:lvl2pPr algn="l">
              <a:defRPr sz="1500" b="0">
                <a:solidFill>
                  <a:srgbClr val="141719"/>
                </a:solidFill>
                <a:latin typeface="Noto Sans KR"/>
                <a:ea typeface="Noto Sans KR"/>
                <a:cs typeface="Noto Sans KR"/>
              </a:defRPr>
            </a:lvl2pPr>
            <a:lvl3pPr algn="l">
              <a:defRPr sz="1500" b="0">
                <a:solidFill>
                  <a:srgbClr val="141719"/>
                </a:solidFill>
                <a:latin typeface="Noto Sans KR"/>
                <a:ea typeface="Noto Sans KR"/>
                <a:cs typeface="Noto Sans KR"/>
              </a:defRPr>
            </a:lvl3pPr>
            <a:lvl4pPr algn="l">
              <a:defRPr sz="1500" b="0">
                <a:solidFill>
                  <a:srgbClr val="141719"/>
                </a:solidFill>
                <a:latin typeface="Noto Sans KR"/>
                <a:ea typeface="Noto Sans KR"/>
                <a:cs typeface="Noto Sans KR"/>
              </a:defRPr>
            </a:lvl4pPr>
            <a:lvl5pPr algn="l">
              <a:defRPr sz="1500" b="0">
                <a:solidFill>
                  <a:srgbClr val="141719"/>
                </a:solidFill>
                <a:latin typeface="Noto Sans KR"/>
                <a:ea typeface="Noto Sans KR"/>
                <a:cs typeface="Noto Sans KR"/>
              </a:defRPr>
            </a:lvl5pPr>
            <a:lvl6pPr algn="l">
              <a:defRPr sz="1500" b="0">
                <a:solidFill>
                  <a:srgbClr val="141719"/>
                </a:solidFill>
                <a:latin typeface="Noto Sans KR"/>
                <a:ea typeface="Noto Sans KR"/>
                <a:cs typeface="Noto Sans KR"/>
              </a:defRPr>
            </a:lvl6pPr>
            <a:lvl7pPr algn="l">
              <a:defRPr sz="1500" b="0">
                <a:solidFill>
                  <a:srgbClr val="141719"/>
                </a:solidFill>
                <a:latin typeface="Noto Sans KR"/>
                <a:ea typeface="Noto Sans KR"/>
                <a:cs typeface="Noto Sans KR"/>
              </a:defRPr>
            </a:lvl7pPr>
            <a:lvl8pPr algn="l">
              <a:defRPr sz="1500" b="0">
                <a:solidFill>
                  <a:srgbClr val="141719"/>
                </a:solidFill>
                <a:latin typeface="Noto Sans KR"/>
                <a:ea typeface="Noto Sans KR"/>
                <a:cs typeface="Noto Sans KR"/>
              </a:defRPr>
            </a:lvl8pPr>
            <a:lvl9pPr algn="l">
              <a:defRPr sz="1500" b="0">
                <a:solidFill>
                  <a:srgbClr val="141719"/>
                </a:solidFill>
                <a:latin typeface="Noto Sans KR"/>
                <a:ea typeface="Noto Sans KR"/>
                <a:cs typeface="Noto Sans KR"/>
              </a:defRPr>
            </a:lvl9pPr>
          </a:lstStyle>
          <a:p xmlns:a="http://schemas.openxmlformats.org/drawingml/2006/main">
            <a:pPr algn="l">
              <a:lnSpc>
                <a:spcPct val="118000"/>
              </a:lnSpc>
              <a:buNone/>
              <a:defRPr sz="1500" b="0">
                <a:solidFill>
                  <a:srgbClr val="141719"/>
                </a:solidFill>
                <a:latin typeface="Noto Sans KR"/>
                <a:ea typeface="Noto Sans KR"/>
                <a:cs typeface="Noto Sans KR"/>
              </a:defRPr>
            </a:pPr>
            <a:r>
              <a:rPr sz="1500" b="0">
                <a:solidFill>
                  <a:srgbClr val="141719"/>
                </a:solidFill>
                <a:latin typeface="Noto Sans KR"/>
                <a:ea typeface="Noto Sans KR"/>
                <a:cs typeface="Noto Sans KR"/>
              </a:rPr>
              <a:t>Baseline·IF 추가: 26분</a:t>
            </a:r>
          </a:p>
          <a:p xmlns:a="http://schemas.openxmlformats.org/drawingml/2006/main">
            <a:pPr algn="l">
              <a:lnSpc>
                <a:spcPct val="118000"/>
              </a:lnSpc>
              <a:buNone/>
              <a:defRPr sz="1500" b="0">
                <a:solidFill>
                  <a:srgbClr val="141719"/>
                </a:solidFill>
                <a:latin typeface="Noto Sans KR"/>
                <a:ea typeface="Noto Sans KR"/>
                <a:cs typeface="Noto Sans KR"/>
              </a:defRPr>
            </a:pPr>
            <a:r>
              <a:rPr sz="1500" b="0">
                <a:solidFill>
                  <a:srgbClr val="141719"/>
                </a:solidFill>
                <a:latin typeface="Noto Sans KR"/>
                <a:ea typeface="Noto Sans KR"/>
                <a:cs typeface="Noto Sans KR"/>
              </a:rPr>
              <a:t>AE 추가·IF·AE 결합: 5분</a:t>
            </a:r>
          </a:p>
        </p:txBody>
      </p:sp>
      <p:sp>
        <p:nvSpPr>
          <p:cNvPr id="37" name="text">
            <a:extLst xmlns:a="http://schemas.openxmlformats.org/drawingml/2006/main">
              <a:ext uri="{FF2B5EF4-FFF2-40B4-BE49-F238E27FC236}">
                <a16:creationId xmlns:a16="http://schemas.microsoft.com/office/drawing/2014/main" id="{ECF86765-9023-4137-95A4-3BCB38232A4B}"/>
              </a:ext>
            </a:extLst>
          </p:cNvPr>
          <p:cNvSpPr>
            <a:spLocks xmlns:a="http://schemas.openxmlformats.org/drawingml/2006/main" noGrp="1"/>
          </p:cNvSpPr>
          <p:nvPr/>
        </p:nvSpPr>
        <p:spPr>
          <a:xfrm xmlns:a="http://schemas.openxmlformats.org/drawingml/2006/main">
            <a:off x="8810625" y="3781425"/>
            <a:ext cx="4143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13" b="0">
                <a:solidFill>
                  <a:srgbClr val="586368"/>
                </a:solidFill>
                <a:latin typeface="Noto Sans KR"/>
                <a:ea typeface="Noto Sans KR"/>
                <a:cs typeface="Noto Sans KR"/>
              </a:defRPr>
            </a:defPPr>
            <a:lvl1pPr algn="l">
              <a:defRPr sz="1313" b="0">
                <a:solidFill>
                  <a:srgbClr val="586368"/>
                </a:solidFill>
                <a:latin typeface="Noto Sans KR"/>
                <a:ea typeface="Noto Sans KR"/>
                <a:cs typeface="Noto Sans KR"/>
              </a:defRPr>
            </a:lvl1pPr>
            <a:lvl2pPr algn="l">
              <a:defRPr sz="1313" b="0">
                <a:solidFill>
                  <a:srgbClr val="586368"/>
                </a:solidFill>
                <a:latin typeface="Noto Sans KR"/>
                <a:ea typeface="Noto Sans KR"/>
                <a:cs typeface="Noto Sans KR"/>
              </a:defRPr>
            </a:lvl2pPr>
            <a:lvl3pPr algn="l">
              <a:defRPr sz="1313" b="0">
                <a:solidFill>
                  <a:srgbClr val="586368"/>
                </a:solidFill>
                <a:latin typeface="Noto Sans KR"/>
                <a:ea typeface="Noto Sans KR"/>
                <a:cs typeface="Noto Sans KR"/>
              </a:defRPr>
            </a:lvl3pPr>
            <a:lvl4pPr algn="l">
              <a:defRPr sz="1313" b="0">
                <a:solidFill>
                  <a:srgbClr val="586368"/>
                </a:solidFill>
                <a:latin typeface="Noto Sans KR"/>
                <a:ea typeface="Noto Sans KR"/>
                <a:cs typeface="Noto Sans KR"/>
              </a:defRPr>
            </a:lvl4pPr>
            <a:lvl5pPr algn="l">
              <a:defRPr sz="1313" b="0">
                <a:solidFill>
                  <a:srgbClr val="586368"/>
                </a:solidFill>
                <a:latin typeface="Noto Sans KR"/>
                <a:ea typeface="Noto Sans KR"/>
                <a:cs typeface="Noto Sans KR"/>
              </a:defRPr>
            </a:lvl5pPr>
            <a:lvl6pPr algn="l">
              <a:defRPr sz="1313" b="0">
                <a:solidFill>
                  <a:srgbClr val="586368"/>
                </a:solidFill>
                <a:latin typeface="Noto Sans KR"/>
                <a:ea typeface="Noto Sans KR"/>
                <a:cs typeface="Noto Sans KR"/>
              </a:defRPr>
            </a:lvl6pPr>
            <a:lvl7pPr algn="l">
              <a:defRPr sz="1313" b="0">
                <a:solidFill>
                  <a:srgbClr val="586368"/>
                </a:solidFill>
                <a:latin typeface="Noto Sans KR"/>
                <a:ea typeface="Noto Sans KR"/>
                <a:cs typeface="Noto Sans KR"/>
              </a:defRPr>
            </a:lvl7pPr>
            <a:lvl8pPr algn="l">
              <a:defRPr sz="1313" b="0">
                <a:solidFill>
                  <a:srgbClr val="586368"/>
                </a:solidFill>
                <a:latin typeface="Noto Sans KR"/>
                <a:ea typeface="Noto Sans KR"/>
                <a:cs typeface="Noto Sans KR"/>
              </a:defRPr>
            </a:lvl8pPr>
            <a:lvl9pPr algn="l">
              <a:defRPr sz="1313" b="0">
                <a:solidFill>
                  <a:srgbClr val="586368"/>
                </a:solidFill>
                <a:latin typeface="Noto Sans KR"/>
                <a:ea typeface="Noto Sans KR"/>
                <a:cs typeface="Noto Sans KR"/>
              </a:defRPr>
            </a:lvl9pPr>
          </a:lstStyle>
          <a:p xmlns:a="http://schemas.openxmlformats.org/drawingml/2006/main">
            <a:pPr algn="l">
              <a:lnSpc>
                <a:spcPct val="118000"/>
              </a:lnSpc>
              <a:buNone/>
              <a:defRPr sz="1313" b="0">
                <a:solidFill>
                  <a:srgbClr val="586368"/>
                </a:solidFill>
                <a:latin typeface="Noto Sans KR"/>
                <a:ea typeface="Noto Sans KR"/>
                <a:cs typeface="Noto Sans KR"/>
              </a:defRPr>
            </a:pPr>
            <a:r>
              <a:rPr sz="1313" b="0">
                <a:solidFill>
                  <a:srgbClr val="586368"/>
                </a:solidFill>
                <a:latin typeface="Noto Sans KR"/>
                <a:ea typeface="Noto Sans KR"/>
                <a:cs typeface="Noto Sans KR"/>
              </a:rPr>
              <a:t>이 사례의 조기 경보는 AE가 기여</a:t>
            </a:r>
          </a:p>
          <a:p xmlns:a="http://schemas.openxmlformats.org/drawingml/2006/main">
            <a:pPr algn="l">
              <a:lnSpc>
                <a:spcPct val="118000"/>
              </a:lnSpc>
              <a:buNone/>
              <a:defRPr sz="1313" b="0">
                <a:solidFill>
                  <a:srgbClr val="586368"/>
                </a:solidFill>
                <a:latin typeface="Noto Sans KR"/>
                <a:ea typeface="Noto Sans KR"/>
                <a:cs typeface="Noto Sans KR"/>
              </a:defRPr>
            </a:pPr>
            <a:r>
              <a:rPr sz="1313" b="0">
                <a:solidFill>
                  <a:srgbClr val="586368"/>
                </a:solidFill>
                <a:latin typeface="Noto Sans KR"/>
                <a:ea typeface="Noto Sans KR"/>
                <a:cs typeface="Noto Sans KR"/>
              </a:rPr>
              <a:t>21분 차이는 단일 합성 사례의 결과</a:t>
            </a:r>
          </a:p>
        </p:txBody>
      </p:sp>
      <p:sp>
        <p:nvSpPr>
          <p:cNvPr id="38" name="">
            <a:extLst xmlns:a="http://schemas.openxmlformats.org/drawingml/2006/main">
              <a:ext uri="{FF2B5EF4-FFF2-40B4-BE49-F238E27FC236}">
                <a16:creationId xmlns:a16="http://schemas.microsoft.com/office/drawing/2014/main" id="{1F2F4020-CAB3-4473-92C8-0CA6AD7899FF}"/>
              </a:ext>
            </a:extLst>
          </p:cNvPr>
          <p:cNvSpPr>
            <a:spLocks xmlns:a="http://schemas.openxmlformats.org/drawingml/2006/main" noGrp="1"/>
          </p:cNvSpPr>
          <p:nvPr/>
        </p:nvSpPr>
        <p:spPr>
          <a:xfrm xmlns:a="http://schemas.openxmlformats.org/drawingml/2006/main">
            <a:off x="762000" y="4676775"/>
            <a:ext cx="12192000" cy="0"/>
          </a:xfrm>
          <a:prstGeom xmlns:a="http://schemas.openxmlformats.org/drawingml/2006/main" prst="line">
            <a:avLst/>
          </a:prstGeom>
          <a:noFill xmlns:a="http://schemas.openxmlformats.org/drawingml/2006/main"/>
          <a:ln xmlns:a="http://schemas.openxmlformats.org/drawingml/2006/main" w="9525">
            <a:solidFill>
              <a:srgbClr val="D6DEE0"/>
            </a:solidFill>
            <a:prstDash val="solid"/>
          </a:ln>
        </p:spPr>
      </p:sp>
      <p:graphicFrame>
        <p:nvGraphicFramePr>
          <p:cNvPr id="39" name="Chart">
            <a:extLst xmlns:a="http://schemas.openxmlformats.org/drawingml/2006/main">
              <a:ext uri="{FF2B5EF4-FFF2-40B4-BE49-F238E27FC236}">
                <a16:creationId xmlns:a16="http://schemas.microsoft.com/office/drawing/2014/main" id="{4988D7F7-D01A-4E8D-B33E-1529A3BD41FA}"/>
              </a:ext>
            </a:extLst>
          </p:cNvPr>
          <p:cNvGraphicFramePr/>
          <p:nvPr/>
        </p:nvGraphicFramePr>
        <p:xfrm>
          <a:off xmlns:a="http://schemas.openxmlformats.org/drawingml/2006/main" x="714375" y="4876800"/>
          <a:ext xmlns:a="http://schemas.openxmlformats.org/drawingml/2006/main" cx="7524750" cy="2095500"/>
        </p:xfrm>
        <a:graphic xmlns:a="http://schemas.openxmlformats.org/drawingml/2006/main">
          <a:graphicData uri="http://schemas.openxmlformats.org/drawingml/2006/chart">
            <c:chart xmlns:r="http://schemas.openxmlformats.org/officeDocument/2006/relationships" xmlns:c="http://schemas.openxmlformats.org/drawingml/2006/chart" r:id="Rfee3702c503e4370"/>
          </a:graphicData>
        </a:graphic>
      </p:graphicFrame>
      <p:sp>
        <p:nvSpPr>
          <p:cNvPr id="40" name="text">
            <a:extLst xmlns:a="http://schemas.openxmlformats.org/drawingml/2006/main">
              <a:ext uri="{FF2B5EF4-FFF2-40B4-BE49-F238E27FC236}">
                <a16:creationId xmlns:a16="http://schemas.microsoft.com/office/drawing/2014/main" id="{00FF1B74-2D05-4602-B6E5-ACAD91597119}"/>
              </a:ext>
            </a:extLst>
          </p:cNvPr>
          <p:cNvSpPr>
            <a:spLocks xmlns:a="http://schemas.openxmlformats.org/drawingml/2006/main" noGrp="1"/>
          </p:cNvSpPr>
          <p:nvPr/>
        </p:nvSpPr>
        <p:spPr>
          <a:xfrm xmlns:a="http://schemas.openxmlformats.org/drawingml/2006/main">
            <a:off x="8810625" y="4886325"/>
            <a:ext cx="414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41719"/>
                </a:solidFill>
                <a:latin typeface="Noto Sans KR"/>
                <a:ea typeface="Noto Sans KR"/>
                <a:cs typeface="Noto Sans KR"/>
              </a:defRPr>
            </a:defPPr>
            <a:lvl1pPr algn="l">
              <a:defRPr sz="1875" b="1">
                <a:solidFill>
                  <a:srgbClr val="141719"/>
                </a:solidFill>
                <a:latin typeface="Noto Sans KR"/>
                <a:ea typeface="Noto Sans KR"/>
                <a:cs typeface="Noto Sans KR"/>
              </a:defRPr>
            </a:lvl1pPr>
            <a:lvl2pPr algn="l">
              <a:defRPr sz="1875" b="1">
                <a:solidFill>
                  <a:srgbClr val="141719"/>
                </a:solidFill>
                <a:latin typeface="Noto Sans KR"/>
                <a:ea typeface="Noto Sans KR"/>
                <a:cs typeface="Noto Sans KR"/>
              </a:defRPr>
            </a:lvl2pPr>
            <a:lvl3pPr algn="l">
              <a:defRPr sz="1875" b="1">
                <a:solidFill>
                  <a:srgbClr val="141719"/>
                </a:solidFill>
                <a:latin typeface="Noto Sans KR"/>
                <a:ea typeface="Noto Sans KR"/>
                <a:cs typeface="Noto Sans KR"/>
              </a:defRPr>
            </a:lvl3pPr>
            <a:lvl4pPr algn="l">
              <a:defRPr sz="1875" b="1">
                <a:solidFill>
                  <a:srgbClr val="141719"/>
                </a:solidFill>
                <a:latin typeface="Noto Sans KR"/>
                <a:ea typeface="Noto Sans KR"/>
                <a:cs typeface="Noto Sans KR"/>
              </a:defRPr>
            </a:lvl4pPr>
            <a:lvl5pPr algn="l">
              <a:defRPr sz="1875" b="1">
                <a:solidFill>
                  <a:srgbClr val="141719"/>
                </a:solidFill>
                <a:latin typeface="Noto Sans KR"/>
                <a:ea typeface="Noto Sans KR"/>
                <a:cs typeface="Noto Sans KR"/>
              </a:defRPr>
            </a:lvl5pPr>
            <a:lvl6pPr algn="l">
              <a:defRPr sz="1875" b="1">
                <a:solidFill>
                  <a:srgbClr val="141719"/>
                </a:solidFill>
                <a:latin typeface="Noto Sans KR"/>
                <a:ea typeface="Noto Sans KR"/>
                <a:cs typeface="Noto Sans KR"/>
              </a:defRPr>
            </a:lvl6pPr>
            <a:lvl7pPr algn="l">
              <a:defRPr sz="1875" b="1">
                <a:solidFill>
                  <a:srgbClr val="141719"/>
                </a:solidFill>
                <a:latin typeface="Noto Sans KR"/>
                <a:ea typeface="Noto Sans KR"/>
                <a:cs typeface="Noto Sans KR"/>
              </a:defRPr>
            </a:lvl7pPr>
            <a:lvl8pPr algn="l">
              <a:defRPr sz="1875" b="1">
                <a:solidFill>
                  <a:srgbClr val="141719"/>
                </a:solidFill>
                <a:latin typeface="Noto Sans KR"/>
                <a:ea typeface="Noto Sans KR"/>
                <a:cs typeface="Noto Sans KR"/>
              </a:defRPr>
            </a:lvl8pPr>
            <a:lvl9pPr algn="l">
              <a:defRPr sz="1875" b="1">
                <a:solidFill>
                  <a:srgbClr val="141719"/>
                </a:solidFill>
                <a:latin typeface="Noto Sans KR"/>
                <a:ea typeface="Noto Sans KR"/>
                <a:cs typeface="Noto Sans KR"/>
              </a:defRPr>
            </a:lvl9pPr>
          </a:lstStyle>
          <a:p xmlns:a="http://schemas.openxmlformats.org/drawingml/2006/main">
            <a:pPr algn="l">
              <a:lnSpc>
                <a:spcPct val="118000"/>
              </a:lnSpc>
              <a:buNone/>
              <a:defRPr sz="1875" b="1">
                <a:solidFill>
                  <a:srgbClr val="141719"/>
                </a:solidFill>
                <a:latin typeface="Noto Sans KR"/>
                <a:ea typeface="Noto Sans KR"/>
                <a:cs typeface="Noto Sans KR"/>
              </a:defRPr>
            </a:pPr>
            <a:r>
              <a:rPr sz="1875" b="1">
                <a:solidFill>
                  <a:srgbClr val="141719"/>
                </a:solidFill>
                <a:latin typeface="Noto Sans KR"/>
                <a:ea typeface="Noto Sans KR"/>
                <a:cs typeface="Noto Sans KR"/>
              </a:rPr>
              <a:t>검출 범위와 경보 부담</a:t>
            </a:r>
          </a:p>
        </p:txBody>
      </p:sp>
      <p:sp>
        <p:nvSpPr>
          <p:cNvPr id="41" name="text">
            <a:extLst xmlns:a="http://schemas.openxmlformats.org/drawingml/2006/main">
              <a:ext uri="{FF2B5EF4-FFF2-40B4-BE49-F238E27FC236}">
                <a16:creationId xmlns:a16="http://schemas.microsoft.com/office/drawing/2014/main" id="{8E3446C5-3A39-4AA5-96FF-1796738E387D}"/>
              </a:ext>
            </a:extLst>
          </p:cNvPr>
          <p:cNvSpPr>
            <a:spLocks xmlns:a="http://schemas.openxmlformats.org/drawingml/2006/main" noGrp="1"/>
          </p:cNvSpPr>
          <p:nvPr/>
        </p:nvSpPr>
        <p:spPr>
          <a:xfrm xmlns:a="http://schemas.openxmlformats.org/drawingml/2006/main">
            <a:off x="8810625" y="5305425"/>
            <a:ext cx="414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00877E"/>
                </a:solidFill>
                <a:latin typeface="Noto Sans KR"/>
                <a:ea typeface="Noto Sans KR"/>
                <a:cs typeface="Noto Sans KR"/>
              </a:defRPr>
            </a:defPPr>
            <a:lvl1pPr algn="l">
              <a:defRPr sz="1575" b="1">
                <a:solidFill>
                  <a:srgbClr val="00877E"/>
                </a:solidFill>
                <a:latin typeface="Noto Sans KR"/>
                <a:ea typeface="Noto Sans KR"/>
                <a:cs typeface="Noto Sans KR"/>
              </a:defRPr>
            </a:lvl1pPr>
            <a:lvl2pPr algn="l">
              <a:defRPr sz="1575" b="1">
                <a:solidFill>
                  <a:srgbClr val="00877E"/>
                </a:solidFill>
                <a:latin typeface="Noto Sans KR"/>
                <a:ea typeface="Noto Sans KR"/>
                <a:cs typeface="Noto Sans KR"/>
              </a:defRPr>
            </a:lvl2pPr>
            <a:lvl3pPr algn="l">
              <a:defRPr sz="1575" b="1">
                <a:solidFill>
                  <a:srgbClr val="00877E"/>
                </a:solidFill>
                <a:latin typeface="Noto Sans KR"/>
                <a:ea typeface="Noto Sans KR"/>
                <a:cs typeface="Noto Sans KR"/>
              </a:defRPr>
            </a:lvl3pPr>
            <a:lvl4pPr algn="l">
              <a:defRPr sz="1575" b="1">
                <a:solidFill>
                  <a:srgbClr val="00877E"/>
                </a:solidFill>
                <a:latin typeface="Noto Sans KR"/>
                <a:ea typeface="Noto Sans KR"/>
                <a:cs typeface="Noto Sans KR"/>
              </a:defRPr>
            </a:lvl4pPr>
            <a:lvl5pPr algn="l">
              <a:defRPr sz="1575" b="1">
                <a:solidFill>
                  <a:srgbClr val="00877E"/>
                </a:solidFill>
                <a:latin typeface="Noto Sans KR"/>
                <a:ea typeface="Noto Sans KR"/>
                <a:cs typeface="Noto Sans KR"/>
              </a:defRPr>
            </a:lvl5pPr>
            <a:lvl6pPr algn="l">
              <a:defRPr sz="1575" b="1">
                <a:solidFill>
                  <a:srgbClr val="00877E"/>
                </a:solidFill>
                <a:latin typeface="Noto Sans KR"/>
                <a:ea typeface="Noto Sans KR"/>
                <a:cs typeface="Noto Sans KR"/>
              </a:defRPr>
            </a:lvl6pPr>
            <a:lvl7pPr algn="l">
              <a:defRPr sz="1575" b="1">
                <a:solidFill>
                  <a:srgbClr val="00877E"/>
                </a:solidFill>
                <a:latin typeface="Noto Sans KR"/>
                <a:ea typeface="Noto Sans KR"/>
                <a:cs typeface="Noto Sans KR"/>
              </a:defRPr>
            </a:lvl7pPr>
            <a:lvl8pPr algn="l">
              <a:defRPr sz="1575" b="1">
                <a:solidFill>
                  <a:srgbClr val="00877E"/>
                </a:solidFill>
                <a:latin typeface="Noto Sans KR"/>
                <a:ea typeface="Noto Sans KR"/>
                <a:cs typeface="Noto Sans KR"/>
              </a:defRPr>
            </a:lvl8pPr>
            <a:lvl9pPr algn="l">
              <a:defRPr sz="1575" b="1">
                <a:solidFill>
                  <a:srgbClr val="00877E"/>
                </a:solidFill>
                <a:latin typeface="Noto Sans KR"/>
                <a:ea typeface="Noto Sans KR"/>
                <a:cs typeface="Noto Sans KR"/>
              </a:defRPr>
            </a:lvl9pPr>
          </a:lstStyle>
          <a:p xmlns:a="http://schemas.openxmlformats.org/drawingml/2006/main">
            <a:pPr algn="l">
              <a:lnSpc>
                <a:spcPct val="118000"/>
              </a:lnSpc>
              <a:buNone/>
              <a:defRPr sz="1575" b="1">
                <a:solidFill>
                  <a:srgbClr val="00877E"/>
                </a:solidFill>
                <a:latin typeface="Noto Sans KR"/>
                <a:ea typeface="Noto Sans KR"/>
                <a:cs typeface="Noto Sans KR"/>
              </a:defRPr>
            </a:pPr>
            <a:r>
              <a:rPr sz="1575" b="1">
                <a:solidFill>
                  <a:srgbClr val="00877E"/>
                </a:solidFill>
                <a:latin typeface="Noto Sans KR"/>
                <a:ea typeface="Noto Sans KR"/>
                <a:cs typeface="Noto Sans KR"/>
              </a:rPr>
              <a:t>반복 가설 경보 16/24 → 24/24</a:t>
            </a:r>
          </a:p>
        </p:txBody>
      </p:sp>
      <p:sp>
        <p:nvSpPr>
          <p:cNvPr id="42" name="text">
            <a:extLst xmlns:a="http://schemas.openxmlformats.org/drawingml/2006/main">
              <a:ext uri="{FF2B5EF4-FFF2-40B4-BE49-F238E27FC236}">
                <a16:creationId xmlns:a16="http://schemas.microsoft.com/office/drawing/2014/main" id="{5F3AB4F8-F2BE-4602-8F1F-BBE887AF469C}"/>
              </a:ext>
            </a:extLst>
          </p:cNvPr>
          <p:cNvSpPr>
            <a:spLocks xmlns:a="http://schemas.openxmlformats.org/drawingml/2006/main" noGrp="1"/>
          </p:cNvSpPr>
          <p:nvPr/>
        </p:nvSpPr>
        <p:spPr>
          <a:xfrm xmlns:a="http://schemas.openxmlformats.org/drawingml/2006/main">
            <a:off x="8810625" y="5724525"/>
            <a:ext cx="414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D26132"/>
                </a:solidFill>
                <a:latin typeface="Noto Sans KR"/>
                <a:ea typeface="Noto Sans KR"/>
                <a:cs typeface="Noto Sans KR"/>
              </a:defRPr>
            </a:defPPr>
            <a:lvl1pPr algn="l">
              <a:defRPr sz="1575" b="1">
                <a:solidFill>
                  <a:srgbClr val="D26132"/>
                </a:solidFill>
                <a:latin typeface="Noto Sans KR"/>
                <a:ea typeface="Noto Sans KR"/>
                <a:cs typeface="Noto Sans KR"/>
              </a:defRPr>
            </a:lvl1pPr>
            <a:lvl2pPr algn="l">
              <a:defRPr sz="1575" b="1">
                <a:solidFill>
                  <a:srgbClr val="D26132"/>
                </a:solidFill>
                <a:latin typeface="Noto Sans KR"/>
                <a:ea typeface="Noto Sans KR"/>
                <a:cs typeface="Noto Sans KR"/>
              </a:defRPr>
            </a:lvl2pPr>
            <a:lvl3pPr algn="l">
              <a:defRPr sz="1575" b="1">
                <a:solidFill>
                  <a:srgbClr val="D26132"/>
                </a:solidFill>
                <a:latin typeface="Noto Sans KR"/>
                <a:ea typeface="Noto Sans KR"/>
                <a:cs typeface="Noto Sans KR"/>
              </a:defRPr>
            </a:lvl3pPr>
            <a:lvl4pPr algn="l">
              <a:defRPr sz="1575" b="1">
                <a:solidFill>
                  <a:srgbClr val="D26132"/>
                </a:solidFill>
                <a:latin typeface="Noto Sans KR"/>
                <a:ea typeface="Noto Sans KR"/>
                <a:cs typeface="Noto Sans KR"/>
              </a:defRPr>
            </a:lvl4pPr>
            <a:lvl5pPr algn="l">
              <a:defRPr sz="1575" b="1">
                <a:solidFill>
                  <a:srgbClr val="D26132"/>
                </a:solidFill>
                <a:latin typeface="Noto Sans KR"/>
                <a:ea typeface="Noto Sans KR"/>
                <a:cs typeface="Noto Sans KR"/>
              </a:defRPr>
            </a:lvl5pPr>
            <a:lvl6pPr algn="l">
              <a:defRPr sz="1575" b="1">
                <a:solidFill>
                  <a:srgbClr val="D26132"/>
                </a:solidFill>
                <a:latin typeface="Noto Sans KR"/>
                <a:ea typeface="Noto Sans KR"/>
                <a:cs typeface="Noto Sans KR"/>
              </a:defRPr>
            </a:lvl6pPr>
            <a:lvl7pPr algn="l">
              <a:defRPr sz="1575" b="1">
                <a:solidFill>
                  <a:srgbClr val="D26132"/>
                </a:solidFill>
                <a:latin typeface="Noto Sans KR"/>
                <a:ea typeface="Noto Sans KR"/>
                <a:cs typeface="Noto Sans KR"/>
              </a:defRPr>
            </a:lvl7pPr>
            <a:lvl8pPr algn="l">
              <a:defRPr sz="1575" b="1">
                <a:solidFill>
                  <a:srgbClr val="D26132"/>
                </a:solidFill>
                <a:latin typeface="Noto Sans KR"/>
                <a:ea typeface="Noto Sans KR"/>
                <a:cs typeface="Noto Sans KR"/>
              </a:defRPr>
            </a:lvl8pPr>
            <a:lvl9pPr algn="l">
              <a:defRPr sz="1575" b="1">
                <a:solidFill>
                  <a:srgbClr val="D26132"/>
                </a:solidFill>
                <a:latin typeface="Noto Sans KR"/>
                <a:ea typeface="Noto Sans KR"/>
                <a:cs typeface="Noto Sans KR"/>
              </a:defRPr>
            </a:lvl9pPr>
          </a:lstStyle>
          <a:p xmlns:a="http://schemas.openxmlformats.org/drawingml/2006/main">
            <a:pPr algn="l">
              <a:lnSpc>
                <a:spcPct val="118000"/>
              </a:lnSpc>
              <a:buNone/>
              <a:defRPr sz="1575" b="1">
                <a:solidFill>
                  <a:srgbClr val="D26132"/>
                </a:solidFill>
                <a:latin typeface="Noto Sans KR"/>
                <a:ea typeface="Noto Sans KR"/>
                <a:cs typeface="Noto Sans KR"/>
              </a:defRPr>
            </a:pPr>
            <a:r>
              <a:rPr sz="1575" b="1">
                <a:solidFill>
                  <a:srgbClr val="D26132"/>
                </a:solidFill>
                <a:latin typeface="Noto Sans KR"/>
                <a:ea typeface="Noto Sans KR"/>
                <a:cs typeface="Noto Sans KR"/>
              </a:rPr>
              <a:t>정상 맥락 경보 22/48 → 30/48</a:t>
            </a:r>
          </a:p>
        </p:txBody>
      </p:sp>
      <p:sp>
        <p:nvSpPr>
          <p:cNvPr id="43" name="text">
            <a:extLst xmlns:a="http://schemas.openxmlformats.org/drawingml/2006/main">
              <a:ext uri="{FF2B5EF4-FFF2-40B4-BE49-F238E27FC236}">
                <a16:creationId xmlns:a16="http://schemas.microsoft.com/office/drawing/2014/main" id="{5DA4BAF0-9E1F-4B94-A6FB-58F14A81583B}"/>
              </a:ext>
            </a:extLst>
          </p:cNvPr>
          <p:cNvSpPr>
            <a:spLocks xmlns:a="http://schemas.openxmlformats.org/drawingml/2006/main" noGrp="1"/>
          </p:cNvSpPr>
          <p:nvPr/>
        </p:nvSpPr>
        <p:spPr>
          <a:xfrm xmlns:a="http://schemas.openxmlformats.org/drawingml/2006/main">
            <a:off x="8810625" y="6191250"/>
            <a:ext cx="4143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13" b="0">
                <a:solidFill>
                  <a:srgbClr val="586368"/>
                </a:solidFill>
                <a:latin typeface="Noto Sans KR"/>
                <a:ea typeface="Noto Sans KR"/>
                <a:cs typeface="Noto Sans KR"/>
              </a:defRPr>
            </a:defPPr>
            <a:lvl1pPr algn="l">
              <a:defRPr sz="1313" b="0">
                <a:solidFill>
                  <a:srgbClr val="586368"/>
                </a:solidFill>
                <a:latin typeface="Noto Sans KR"/>
                <a:ea typeface="Noto Sans KR"/>
                <a:cs typeface="Noto Sans KR"/>
              </a:defRPr>
            </a:lvl1pPr>
            <a:lvl2pPr algn="l">
              <a:defRPr sz="1313" b="0">
                <a:solidFill>
                  <a:srgbClr val="586368"/>
                </a:solidFill>
                <a:latin typeface="Noto Sans KR"/>
                <a:ea typeface="Noto Sans KR"/>
                <a:cs typeface="Noto Sans KR"/>
              </a:defRPr>
            </a:lvl2pPr>
            <a:lvl3pPr algn="l">
              <a:defRPr sz="1313" b="0">
                <a:solidFill>
                  <a:srgbClr val="586368"/>
                </a:solidFill>
                <a:latin typeface="Noto Sans KR"/>
                <a:ea typeface="Noto Sans KR"/>
                <a:cs typeface="Noto Sans KR"/>
              </a:defRPr>
            </a:lvl3pPr>
            <a:lvl4pPr algn="l">
              <a:defRPr sz="1313" b="0">
                <a:solidFill>
                  <a:srgbClr val="586368"/>
                </a:solidFill>
                <a:latin typeface="Noto Sans KR"/>
                <a:ea typeface="Noto Sans KR"/>
                <a:cs typeface="Noto Sans KR"/>
              </a:defRPr>
            </a:lvl4pPr>
            <a:lvl5pPr algn="l">
              <a:defRPr sz="1313" b="0">
                <a:solidFill>
                  <a:srgbClr val="586368"/>
                </a:solidFill>
                <a:latin typeface="Noto Sans KR"/>
                <a:ea typeface="Noto Sans KR"/>
                <a:cs typeface="Noto Sans KR"/>
              </a:defRPr>
            </a:lvl5pPr>
            <a:lvl6pPr algn="l">
              <a:defRPr sz="1313" b="0">
                <a:solidFill>
                  <a:srgbClr val="586368"/>
                </a:solidFill>
                <a:latin typeface="Noto Sans KR"/>
                <a:ea typeface="Noto Sans KR"/>
                <a:cs typeface="Noto Sans KR"/>
              </a:defRPr>
            </a:lvl6pPr>
            <a:lvl7pPr algn="l">
              <a:defRPr sz="1313" b="0">
                <a:solidFill>
                  <a:srgbClr val="586368"/>
                </a:solidFill>
                <a:latin typeface="Noto Sans KR"/>
                <a:ea typeface="Noto Sans KR"/>
                <a:cs typeface="Noto Sans KR"/>
              </a:defRPr>
            </a:lvl7pPr>
            <a:lvl8pPr algn="l">
              <a:defRPr sz="1313" b="0">
                <a:solidFill>
                  <a:srgbClr val="586368"/>
                </a:solidFill>
                <a:latin typeface="Noto Sans KR"/>
                <a:ea typeface="Noto Sans KR"/>
                <a:cs typeface="Noto Sans KR"/>
              </a:defRPr>
            </a:lvl8pPr>
            <a:lvl9pPr algn="l">
              <a:defRPr sz="1313" b="0">
                <a:solidFill>
                  <a:srgbClr val="586368"/>
                </a:solidFill>
                <a:latin typeface="Noto Sans KR"/>
                <a:ea typeface="Noto Sans KR"/>
                <a:cs typeface="Noto Sans KR"/>
              </a:defRPr>
            </a:lvl9pPr>
          </a:lstStyle>
          <a:p xmlns:a="http://schemas.openxmlformats.org/drawingml/2006/main">
            <a:pPr algn="l">
              <a:lnSpc>
                <a:spcPct val="118000"/>
              </a:lnSpc>
              <a:buNone/>
              <a:defRPr sz="1313" b="0">
                <a:solidFill>
                  <a:srgbClr val="586368"/>
                </a:solidFill>
                <a:latin typeface="Noto Sans KR"/>
                <a:ea typeface="Noto Sans KR"/>
                <a:cs typeface="Noto Sans KR"/>
              </a:defRPr>
            </a:pPr>
            <a:r>
              <a:rPr sz="1313" b="0">
                <a:solidFill>
                  <a:srgbClr val="586368"/>
                </a:solidFill>
                <a:latin typeface="Noto Sans KR"/>
                <a:ea typeface="Noto Sans KR"/>
                <a:cs typeface="Noto Sans KR"/>
              </a:rPr>
              <a:t>결합과 AE 추가의 경보 수는 동일</a:t>
            </a:r>
          </a:p>
          <a:p xmlns:a="http://schemas.openxmlformats.org/drawingml/2006/main">
            <a:pPr algn="l">
              <a:lnSpc>
                <a:spcPct val="118000"/>
              </a:lnSpc>
              <a:buNone/>
              <a:defRPr sz="1313" b="0">
                <a:solidFill>
                  <a:srgbClr val="586368"/>
                </a:solidFill>
                <a:latin typeface="Noto Sans KR"/>
                <a:ea typeface="Noto Sans KR"/>
                <a:cs typeface="Noto Sans KR"/>
              </a:defRPr>
            </a:pPr>
            <a:r>
              <a:rPr sz="1313" b="0">
                <a:solidFill>
                  <a:srgbClr val="586368"/>
                </a:solidFill>
                <a:latin typeface="Noto Sans KR"/>
                <a:ea typeface="Noto Sans KR"/>
                <a:cs typeface="Noto Sans KR"/>
              </a:rPr>
              <a:t>IF의 추가 이점은 실측 검증이 필요</a:t>
            </a:r>
          </a:p>
        </p:txBody>
      </p:sp>
      <p:sp>
        <p:nvSpPr>
          <p:cNvPr id="44" name="text">
            <a:extLst xmlns:a="http://schemas.openxmlformats.org/drawingml/2006/main">
              <a:ext uri="{FF2B5EF4-FFF2-40B4-BE49-F238E27FC236}">
                <a16:creationId xmlns:a16="http://schemas.microsoft.com/office/drawing/2014/main" id="{CBF777CE-8CAF-428D-A2D8-6BC749AAD250}"/>
              </a:ext>
            </a:extLst>
          </p:cNvPr>
          <p:cNvSpPr>
            <a:spLocks xmlns:a="http://schemas.openxmlformats.org/drawingml/2006/main" noGrp="1"/>
          </p:cNvSpPr>
          <p:nvPr/>
        </p:nvSpPr>
        <p:spPr>
          <a:xfrm xmlns:a="http://schemas.openxmlformats.org/drawingml/2006/main">
            <a:off x="762000" y="7067550"/>
            <a:ext cx="12192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586368"/>
                </a:solidFill>
                <a:latin typeface="Noto Sans KR"/>
                <a:ea typeface="Noto Sans KR"/>
                <a:cs typeface="Noto Sans KR"/>
              </a:defRPr>
            </a:defPPr>
            <a:lvl1pPr algn="l">
              <a:defRPr sz="1013" b="0">
                <a:solidFill>
                  <a:srgbClr val="586368"/>
                </a:solidFill>
                <a:latin typeface="Noto Sans KR"/>
                <a:ea typeface="Noto Sans KR"/>
                <a:cs typeface="Noto Sans KR"/>
              </a:defRPr>
            </a:lvl1pPr>
            <a:lvl2pPr algn="l">
              <a:defRPr sz="1013" b="0">
                <a:solidFill>
                  <a:srgbClr val="586368"/>
                </a:solidFill>
                <a:latin typeface="Noto Sans KR"/>
                <a:ea typeface="Noto Sans KR"/>
                <a:cs typeface="Noto Sans KR"/>
              </a:defRPr>
            </a:lvl2pPr>
            <a:lvl3pPr algn="l">
              <a:defRPr sz="1013" b="0">
                <a:solidFill>
                  <a:srgbClr val="586368"/>
                </a:solidFill>
                <a:latin typeface="Noto Sans KR"/>
                <a:ea typeface="Noto Sans KR"/>
                <a:cs typeface="Noto Sans KR"/>
              </a:defRPr>
            </a:lvl3pPr>
            <a:lvl4pPr algn="l">
              <a:defRPr sz="1013" b="0">
                <a:solidFill>
                  <a:srgbClr val="586368"/>
                </a:solidFill>
                <a:latin typeface="Noto Sans KR"/>
                <a:ea typeface="Noto Sans KR"/>
                <a:cs typeface="Noto Sans KR"/>
              </a:defRPr>
            </a:lvl4pPr>
            <a:lvl5pPr algn="l">
              <a:defRPr sz="1013" b="0">
                <a:solidFill>
                  <a:srgbClr val="586368"/>
                </a:solidFill>
                <a:latin typeface="Noto Sans KR"/>
                <a:ea typeface="Noto Sans KR"/>
                <a:cs typeface="Noto Sans KR"/>
              </a:defRPr>
            </a:lvl5pPr>
            <a:lvl6pPr algn="l">
              <a:defRPr sz="1013" b="0">
                <a:solidFill>
                  <a:srgbClr val="586368"/>
                </a:solidFill>
                <a:latin typeface="Noto Sans KR"/>
                <a:ea typeface="Noto Sans KR"/>
                <a:cs typeface="Noto Sans KR"/>
              </a:defRPr>
            </a:lvl6pPr>
            <a:lvl7pPr algn="l">
              <a:defRPr sz="1013" b="0">
                <a:solidFill>
                  <a:srgbClr val="586368"/>
                </a:solidFill>
                <a:latin typeface="Noto Sans KR"/>
                <a:ea typeface="Noto Sans KR"/>
                <a:cs typeface="Noto Sans KR"/>
              </a:defRPr>
            </a:lvl7pPr>
            <a:lvl8pPr algn="l">
              <a:defRPr sz="1013" b="0">
                <a:solidFill>
                  <a:srgbClr val="586368"/>
                </a:solidFill>
                <a:latin typeface="Noto Sans KR"/>
                <a:ea typeface="Noto Sans KR"/>
                <a:cs typeface="Noto Sans KR"/>
              </a:defRPr>
            </a:lvl8pPr>
            <a:lvl9pPr algn="l">
              <a:defRPr sz="1013" b="0">
                <a:solidFill>
                  <a:srgbClr val="586368"/>
                </a:solidFill>
                <a:latin typeface="Noto Sans KR"/>
                <a:ea typeface="Noto Sans KR"/>
                <a:cs typeface="Noto Sans KR"/>
              </a:defRPr>
            </a:lvl9pPr>
          </a:lstStyle>
          <a:p xmlns:a="http://schemas.openxmlformats.org/drawingml/2006/main">
            <a:pPr algn="l">
              <a:lnSpc>
                <a:spcPct val="118000"/>
              </a:lnSpc>
              <a:buNone/>
              <a:defRPr sz="1013" b="0">
                <a:solidFill>
                  <a:srgbClr val="586368"/>
                </a:solidFill>
                <a:latin typeface="Noto Sans KR"/>
                <a:ea typeface="Noto Sans KR"/>
                <a:cs typeface="Noto Sans KR"/>
              </a:defRPr>
            </a:pPr>
            <a:r>
              <a:rPr sz="1013" b="0">
                <a:solidFill>
                  <a:srgbClr val="586368"/>
                </a:solidFill>
                <a:latin typeface="Noto Sans KR"/>
                <a:ea typeface="Noto Sans KR"/>
                <a:cs typeface="Noto Sans KR"/>
              </a:rPr>
              <a:t>나머지 센서 시험 12개 중 6개 판단 보류 · 범위 외 12개는 경보 없음</a:t>
            </a:r>
          </a:p>
        </p:txBody>
      </p:sp>
    </p:spTree>
    <p:extLst>
      <p:ext uri="{BB962C8B-B14F-4D97-AF65-F5344CB8AC3E}">
        <p14:creationId xmlns:p14="http://schemas.microsoft.com/office/powerpoint/2010/main" val="1252971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shape">
            <a:extLst xmlns:a="http://schemas.openxmlformats.org/drawingml/2006/main">
              <a:ext uri="{FF2B5EF4-FFF2-40B4-BE49-F238E27FC236}">
                <a16:creationId xmlns:a16="http://schemas.microsoft.com/office/drawing/2014/main" id="{66913B8F-93E8-4565-8358-A5F6DF43C3E6}"/>
              </a:ext>
            </a:extLst>
          </p:cNvPr>
          <p:cNvSpPr>
            <a:spLocks xmlns:a="http://schemas.openxmlformats.org/drawingml/2006/main" noGrp="1"/>
          </p:cNvSpPr>
          <p:nvPr/>
        </p:nvSpPr>
        <p:spPr>
          <a:xfrm xmlns:a="http://schemas.openxmlformats.org/drawingml/2006/main">
            <a:off x="0" y="0"/>
            <a:ext cx="228600" cy="1333500"/>
          </a:xfrm>
          <a:prstGeom xmlns:a="http://schemas.openxmlformats.org/drawingml/2006/main" prst="rect">
            <a:avLst/>
          </a:prstGeom>
          <a:solidFill xmlns:a="http://schemas.openxmlformats.org/drawingml/2006/main">
            <a:srgbClr val="141719"/>
          </a:solidFill>
          <a:ln xmlns:a="http://schemas.openxmlformats.org/drawingml/2006/main" w="0">
            <a:noFill/>
            <a:prstDash val="solid"/>
          </a:ln>
        </p:spPr>
      </p:sp>
      <p:sp>
        <p:nvSpPr>
          <p:cNvPr id="2" name="text">
            <a:extLst xmlns:a="http://schemas.openxmlformats.org/drawingml/2006/main">
              <a:ext uri="{FF2B5EF4-FFF2-40B4-BE49-F238E27FC236}">
                <a16:creationId xmlns:a16="http://schemas.microsoft.com/office/drawing/2014/main" id="{E254A938-0801-4F30-88CA-A8774A073961}"/>
              </a:ext>
            </a:extLst>
          </p:cNvPr>
          <p:cNvSpPr>
            <a:spLocks xmlns:a="http://schemas.openxmlformats.org/drawingml/2006/main" noGrp="1"/>
          </p:cNvSpPr>
          <p:nvPr/>
        </p:nvSpPr>
        <p:spPr>
          <a:xfrm xmlns:a="http://schemas.openxmlformats.org/drawingml/2006/main">
            <a:off x="742950" y="266700"/>
            <a:ext cx="1162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41719"/>
                </a:solidFill>
                <a:latin typeface="Noto Sans KR"/>
                <a:ea typeface="Noto Sans KR"/>
                <a:cs typeface="Noto Sans KR"/>
              </a:defRPr>
            </a:defPPr>
            <a:lvl1pPr algn="l">
              <a:defRPr sz="1425" b="1">
                <a:solidFill>
                  <a:srgbClr val="141719"/>
                </a:solidFill>
                <a:latin typeface="Noto Sans KR"/>
                <a:ea typeface="Noto Sans KR"/>
                <a:cs typeface="Noto Sans KR"/>
              </a:defRPr>
            </a:lvl1pPr>
            <a:lvl2pPr algn="l">
              <a:defRPr sz="1425" b="1">
                <a:solidFill>
                  <a:srgbClr val="141719"/>
                </a:solidFill>
                <a:latin typeface="Noto Sans KR"/>
                <a:ea typeface="Noto Sans KR"/>
                <a:cs typeface="Noto Sans KR"/>
              </a:defRPr>
            </a:lvl2pPr>
            <a:lvl3pPr algn="l">
              <a:defRPr sz="1425" b="1">
                <a:solidFill>
                  <a:srgbClr val="141719"/>
                </a:solidFill>
                <a:latin typeface="Noto Sans KR"/>
                <a:ea typeface="Noto Sans KR"/>
                <a:cs typeface="Noto Sans KR"/>
              </a:defRPr>
            </a:lvl3pPr>
            <a:lvl4pPr algn="l">
              <a:defRPr sz="1425" b="1">
                <a:solidFill>
                  <a:srgbClr val="141719"/>
                </a:solidFill>
                <a:latin typeface="Noto Sans KR"/>
                <a:ea typeface="Noto Sans KR"/>
                <a:cs typeface="Noto Sans KR"/>
              </a:defRPr>
            </a:lvl4pPr>
            <a:lvl5pPr algn="l">
              <a:defRPr sz="1425" b="1">
                <a:solidFill>
                  <a:srgbClr val="141719"/>
                </a:solidFill>
                <a:latin typeface="Noto Sans KR"/>
                <a:ea typeface="Noto Sans KR"/>
                <a:cs typeface="Noto Sans KR"/>
              </a:defRPr>
            </a:lvl5pPr>
            <a:lvl6pPr algn="l">
              <a:defRPr sz="1425" b="1">
                <a:solidFill>
                  <a:srgbClr val="141719"/>
                </a:solidFill>
                <a:latin typeface="Noto Sans KR"/>
                <a:ea typeface="Noto Sans KR"/>
                <a:cs typeface="Noto Sans KR"/>
              </a:defRPr>
            </a:lvl6pPr>
            <a:lvl7pPr algn="l">
              <a:defRPr sz="1425" b="1">
                <a:solidFill>
                  <a:srgbClr val="141719"/>
                </a:solidFill>
                <a:latin typeface="Noto Sans KR"/>
                <a:ea typeface="Noto Sans KR"/>
                <a:cs typeface="Noto Sans KR"/>
              </a:defRPr>
            </a:lvl7pPr>
            <a:lvl8pPr algn="l">
              <a:defRPr sz="1425" b="1">
                <a:solidFill>
                  <a:srgbClr val="141719"/>
                </a:solidFill>
                <a:latin typeface="Noto Sans KR"/>
                <a:ea typeface="Noto Sans KR"/>
                <a:cs typeface="Noto Sans KR"/>
              </a:defRPr>
            </a:lvl8pPr>
            <a:lvl9pPr algn="l">
              <a:defRPr sz="1425" b="1">
                <a:solidFill>
                  <a:srgbClr val="141719"/>
                </a:solidFill>
                <a:latin typeface="Noto Sans KR"/>
                <a:ea typeface="Noto Sans KR"/>
                <a:cs typeface="Noto Sans KR"/>
              </a:defRPr>
            </a:lvl9pPr>
          </a:lstStyle>
          <a:p xmlns:a="http://schemas.openxmlformats.org/drawingml/2006/main">
            <a:pPr algn="l">
              <a:lnSpc>
                <a:spcPct val="118000"/>
              </a:lnSpc>
              <a:buNone/>
              <a:defRPr sz="1425" b="1">
                <a:solidFill>
                  <a:srgbClr val="141719"/>
                </a:solidFill>
                <a:latin typeface="Noto Sans KR"/>
                <a:ea typeface="Noto Sans KR"/>
                <a:cs typeface="Noto Sans KR"/>
              </a:defRPr>
            </a:pPr>
            <a:r>
              <a:rPr sz="1425" b="1">
                <a:solidFill>
                  <a:srgbClr val="141719"/>
                </a:solidFill>
                <a:latin typeface="Noto Sans KR"/>
                <a:ea typeface="Noto Sans KR"/>
                <a:cs typeface="Noto Sans KR"/>
              </a:rPr>
              <a:t>3. 개발 프로그램 설명</a:t>
            </a:r>
          </a:p>
        </p:txBody>
      </p:sp>
      <p:sp>
        <p:nvSpPr>
          <p:cNvPr id="3" name="text">
            <a:extLst xmlns:a="http://schemas.openxmlformats.org/drawingml/2006/main">
              <a:ext uri="{FF2B5EF4-FFF2-40B4-BE49-F238E27FC236}">
                <a16:creationId xmlns:a16="http://schemas.microsoft.com/office/drawing/2014/main" id="{1699C5EF-22CA-4AF7-A0EC-43890F83A36C}"/>
              </a:ext>
            </a:extLst>
          </p:cNvPr>
          <p:cNvSpPr>
            <a:spLocks xmlns:a="http://schemas.openxmlformats.org/drawingml/2006/main" noGrp="1"/>
          </p:cNvSpPr>
          <p:nvPr/>
        </p:nvSpPr>
        <p:spPr>
          <a:xfrm xmlns:a="http://schemas.openxmlformats.org/drawingml/2006/main">
            <a:off x="714375" y="714375"/>
            <a:ext cx="12239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1719"/>
                </a:solidFill>
                <a:latin typeface="Noto Sans KR"/>
                <a:ea typeface="Noto Sans KR"/>
                <a:cs typeface="Noto Sans KR"/>
              </a:defRPr>
            </a:defPPr>
            <a:lvl1pPr algn="l">
              <a:defRPr sz="3225" b="1">
                <a:solidFill>
                  <a:srgbClr val="141719"/>
                </a:solidFill>
                <a:latin typeface="Noto Sans KR"/>
                <a:ea typeface="Noto Sans KR"/>
                <a:cs typeface="Noto Sans KR"/>
              </a:defRPr>
            </a:lvl1pPr>
            <a:lvl2pPr algn="l">
              <a:defRPr sz="3225" b="1">
                <a:solidFill>
                  <a:srgbClr val="141719"/>
                </a:solidFill>
                <a:latin typeface="Noto Sans KR"/>
                <a:ea typeface="Noto Sans KR"/>
                <a:cs typeface="Noto Sans KR"/>
              </a:defRPr>
            </a:lvl2pPr>
            <a:lvl3pPr algn="l">
              <a:defRPr sz="3225" b="1">
                <a:solidFill>
                  <a:srgbClr val="141719"/>
                </a:solidFill>
                <a:latin typeface="Noto Sans KR"/>
                <a:ea typeface="Noto Sans KR"/>
                <a:cs typeface="Noto Sans KR"/>
              </a:defRPr>
            </a:lvl3pPr>
            <a:lvl4pPr algn="l">
              <a:defRPr sz="3225" b="1">
                <a:solidFill>
                  <a:srgbClr val="141719"/>
                </a:solidFill>
                <a:latin typeface="Noto Sans KR"/>
                <a:ea typeface="Noto Sans KR"/>
                <a:cs typeface="Noto Sans KR"/>
              </a:defRPr>
            </a:lvl4pPr>
            <a:lvl5pPr algn="l">
              <a:defRPr sz="3225" b="1">
                <a:solidFill>
                  <a:srgbClr val="141719"/>
                </a:solidFill>
                <a:latin typeface="Noto Sans KR"/>
                <a:ea typeface="Noto Sans KR"/>
                <a:cs typeface="Noto Sans KR"/>
              </a:defRPr>
            </a:lvl5pPr>
            <a:lvl6pPr algn="l">
              <a:defRPr sz="3225" b="1">
                <a:solidFill>
                  <a:srgbClr val="141719"/>
                </a:solidFill>
                <a:latin typeface="Noto Sans KR"/>
                <a:ea typeface="Noto Sans KR"/>
                <a:cs typeface="Noto Sans KR"/>
              </a:defRPr>
            </a:lvl6pPr>
            <a:lvl7pPr algn="l">
              <a:defRPr sz="3225" b="1">
                <a:solidFill>
                  <a:srgbClr val="141719"/>
                </a:solidFill>
                <a:latin typeface="Noto Sans KR"/>
                <a:ea typeface="Noto Sans KR"/>
                <a:cs typeface="Noto Sans KR"/>
              </a:defRPr>
            </a:lvl7pPr>
            <a:lvl8pPr algn="l">
              <a:defRPr sz="3225" b="1">
                <a:solidFill>
                  <a:srgbClr val="141719"/>
                </a:solidFill>
                <a:latin typeface="Noto Sans KR"/>
                <a:ea typeface="Noto Sans KR"/>
                <a:cs typeface="Noto Sans KR"/>
              </a:defRPr>
            </a:lvl8pPr>
            <a:lvl9pPr algn="l">
              <a:defRPr sz="3225" b="1">
                <a:solidFill>
                  <a:srgbClr val="141719"/>
                </a:solidFill>
                <a:latin typeface="Noto Sans KR"/>
                <a:ea typeface="Noto Sans KR"/>
                <a:cs typeface="Noto Sans KR"/>
              </a:defRPr>
            </a:lvl9pPr>
          </a:lstStyle>
          <a:p xmlns:a="http://schemas.openxmlformats.org/drawingml/2006/main">
            <a:pPr algn="l">
              <a:lnSpc>
                <a:spcPct val="118000"/>
              </a:lnSpc>
              <a:buNone/>
              <a:defRPr sz="3225" b="1">
                <a:solidFill>
                  <a:srgbClr val="141719"/>
                </a:solidFill>
                <a:latin typeface="Noto Sans KR"/>
                <a:ea typeface="Noto Sans KR"/>
                <a:cs typeface="Noto Sans KR"/>
              </a:defRPr>
            </a:pPr>
            <a:r>
              <a:rPr sz="3225" b="1">
                <a:solidFill>
                  <a:srgbClr val="141719"/>
                </a:solidFill>
                <a:latin typeface="Noto Sans KR"/>
                <a:ea typeface="Noto Sans KR"/>
                <a:cs typeface="Noto Sans KR"/>
              </a:rPr>
              <a:t>개인화 적용 결과와 실사용 전 개선 과제</a:t>
            </a:r>
          </a:p>
        </p:txBody>
      </p:sp>
      <p:sp>
        <p:nvSpPr>
          <p:cNvPr id="4" name="text">
            <a:extLst xmlns:a="http://schemas.openxmlformats.org/drawingml/2006/main">
              <a:ext uri="{FF2B5EF4-FFF2-40B4-BE49-F238E27FC236}">
                <a16:creationId xmlns:a16="http://schemas.microsoft.com/office/drawing/2014/main" id="{E396730F-BCC9-40BC-9DF1-75FE81406545}"/>
              </a:ext>
            </a:extLst>
          </p:cNvPr>
          <p:cNvSpPr>
            <a:spLocks xmlns:a="http://schemas.openxmlformats.org/drawingml/2006/main" noGrp="1"/>
          </p:cNvSpPr>
          <p:nvPr/>
        </p:nvSpPr>
        <p:spPr>
          <a:xfrm xmlns:a="http://schemas.openxmlformats.org/drawingml/2006/main">
            <a:off x="762000" y="1390650"/>
            <a:ext cx="1219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86368"/>
                </a:solidFill>
                <a:latin typeface="Noto Sans KR"/>
                <a:ea typeface="Noto Sans KR"/>
                <a:cs typeface="Noto Sans KR"/>
              </a:defRPr>
            </a:defPPr>
            <a:lvl1pPr algn="l">
              <a:defRPr sz="1425" b="0">
                <a:solidFill>
                  <a:srgbClr val="586368"/>
                </a:solidFill>
                <a:latin typeface="Noto Sans KR"/>
                <a:ea typeface="Noto Sans KR"/>
                <a:cs typeface="Noto Sans KR"/>
              </a:defRPr>
            </a:lvl1pPr>
            <a:lvl2pPr algn="l">
              <a:defRPr sz="1425" b="0">
                <a:solidFill>
                  <a:srgbClr val="586368"/>
                </a:solidFill>
                <a:latin typeface="Noto Sans KR"/>
                <a:ea typeface="Noto Sans KR"/>
                <a:cs typeface="Noto Sans KR"/>
              </a:defRPr>
            </a:lvl2pPr>
            <a:lvl3pPr algn="l">
              <a:defRPr sz="1425" b="0">
                <a:solidFill>
                  <a:srgbClr val="586368"/>
                </a:solidFill>
                <a:latin typeface="Noto Sans KR"/>
                <a:ea typeface="Noto Sans KR"/>
                <a:cs typeface="Noto Sans KR"/>
              </a:defRPr>
            </a:lvl3pPr>
            <a:lvl4pPr algn="l">
              <a:defRPr sz="1425" b="0">
                <a:solidFill>
                  <a:srgbClr val="586368"/>
                </a:solidFill>
                <a:latin typeface="Noto Sans KR"/>
                <a:ea typeface="Noto Sans KR"/>
                <a:cs typeface="Noto Sans KR"/>
              </a:defRPr>
            </a:lvl4pPr>
            <a:lvl5pPr algn="l">
              <a:defRPr sz="1425" b="0">
                <a:solidFill>
                  <a:srgbClr val="586368"/>
                </a:solidFill>
                <a:latin typeface="Noto Sans KR"/>
                <a:ea typeface="Noto Sans KR"/>
                <a:cs typeface="Noto Sans KR"/>
              </a:defRPr>
            </a:lvl5pPr>
            <a:lvl6pPr algn="l">
              <a:defRPr sz="1425" b="0">
                <a:solidFill>
                  <a:srgbClr val="586368"/>
                </a:solidFill>
                <a:latin typeface="Noto Sans KR"/>
                <a:ea typeface="Noto Sans KR"/>
                <a:cs typeface="Noto Sans KR"/>
              </a:defRPr>
            </a:lvl6pPr>
            <a:lvl7pPr algn="l">
              <a:defRPr sz="1425" b="0">
                <a:solidFill>
                  <a:srgbClr val="586368"/>
                </a:solidFill>
                <a:latin typeface="Noto Sans KR"/>
                <a:ea typeface="Noto Sans KR"/>
                <a:cs typeface="Noto Sans KR"/>
              </a:defRPr>
            </a:lvl7pPr>
            <a:lvl8pPr algn="l">
              <a:defRPr sz="1425" b="0">
                <a:solidFill>
                  <a:srgbClr val="586368"/>
                </a:solidFill>
                <a:latin typeface="Noto Sans KR"/>
                <a:ea typeface="Noto Sans KR"/>
                <a:cs typeface="Noto Sans KR"/>
              </a:defRPr>
            </a:lvl8pPr>
            <a:lvl9pPr algn="l">
              <a:defRPr sz="1425" b="0">
                <a:solidFill>
                  <a:srgbClr val="586368"/>
                </a:solidFill>
                <a:latin typeface="Noto Sans KR"/>
                <a:ea typeface="Noto Sans KR"/>
                <a:cs typeface="Noto Sans KR"/>
              </a:defRPr>
            </a:lvl9pPr>
          </a:lstStyle>
          <a:p xmlns:a="http://schemas.openxmlformats.org/drawingml/2006/main">
            <a:pPr algn="l">
              <a:lnSpc>
                <a:spcPct val="118000"/>
              </a:lnSpc>
              <a:buNone/>
              <a:defRPr sz="1425" b="0">
                <a:solidFill>
                  <a:srgbClr val="586368"/>
                </a:solidFill>
                <a:latin typeface="Noto Sans KR"/>
                <a:ea typeface="Noto Sans KR"/>
                <a:cs typeface="Noto Sans KR"/>
              </a:defRPr>
            </a:pPr>
            <a:r>
              <a:rPr sz="1425" b="0">
                <a:solidFill>
                  <a:srgbClr val="586368"/>
                </a:solidFill>
                <a:latin typeface="Noto Sans KR"/>
                <a:ea typeface="Noto Sans KR"/>
                <a:cs typeface="Noto Sans KR"/>
              </a:rPr>
              <a:t>사용자별 정상 루틴을 반영한 합성 시험과 실제 운용 전 확인 항목</a:t>
            </a:r>
          </a:p>
        </p:txBody>
      </p:sp>
      <p:sp>
        <p:nvSpPr>
          <p:cNvPr id="5" name="">
            <a:extLst xmlns:a="http://schemas.openxmlformats.org/drawingml/2006/main">
              <a:ext uri="{FF2B5EF4-FFF2-40B4-BE49-F238E27FC236}">
                <a16:creationId xmlns:a16="http://schemas.microsoft.com/office/drawing/2014/main" id="{775B8A94-B9D6-48B6-B163-FA92A92DEAD9}"/>
              </a:ext>
            </a:extLst>
          </p:cNvPr>
          <p:cNvSpPr>
            <a:spLocks xmlns:a="http://schemas.openxmlformats.org/drawingml/2006/main" noGrp="1"/>
          </p:cNvSpPr>
          <p:nvPr/>
        </p:nvSpPr>
        <p:spPr>
          <a:xfrm xmlns:a="http://schemas.openxmlformats.org/drawingml/2006/main">
            <a:off x="762000" y="7248525"/>
            <a:ext cx="12192000" cy="0"/>
          </a:xfrm>
          <a:prstGeom xmlns:a="http://schemas.openxmlformats.org/drawingml/2006/main" prst="line">
            <a:avLst/>
          </a:prstGeom>
          <a:noFill xmlns:a="http://schemas.openxmlformats.org/drawingml/2006/main"/>
          <a:ln xmlns:a="http://schemas.openxmlformats.org/drawingml/2006/main" w="9525">
            <a:solidFill>
              <a:srgbClr val="D6DEE0"/>
            </a:solidFill>
            <a:prstDash val="solid"/>
          </a:ln>
        </p:spPr>
      </p:sp>
      <p:sp>
        <p:nvSpPr>
          <p:cNvPr id="6" name="text">
            <a:extLst xmlns:a="http://schemas.openxmlformats.org/drawingml/2006/main">
              <a:ext uri="{FF2B5EF4-FFF2-40B4-BE49-F238E27FC236}">
                <a16:creationId xmlns:a16="http://schemas.microsoft.com/office/drawing/2014/main" id="{AE49F12C-8551-4067-9293-AE9F9C15D6E6}"/>
              </a:ext>
            </a:extLst>
          </p:cNvPr>
          <p:cNvSpPr>
            <a:spLocks xmlns:a="http://schemas.openxmlformats.org/drawingml/2006/main" noGrp="1"/>
          </p:cNvSpPr>
          <p:nvPr/>
        </p:nvSpPr>
        <p:spPr>
          <a:xfrm xmlns:a="http://schemas.openxmlformats.org/drawingml/2006/main">
            <a:off x="762000" y="7400925"/>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586368"/>
                </a:solidFill>
                <a:latin typeface="Noto Sans KR"/>
                <a:ea typeface="Noto Sans KR"/>
                <a:cs typeface="Noto Sans KR"/>
              </a:defRPr>
            </a:defPPr>
            <a:lvl1pPr algn="l">
              <a:defRPr sz="1013" b="0">
                <a:solidFill>
                  <a:srgbClr val="586368"/>
                </a:solidFill>
                <a:latin typeface="Noto Sans KR"/>
                <a:ea typeface="Noto Sans KR"/>
                <a:cs typeface="Noto Sans KR"/>
              </a:defRPr>
            </a:lvl1pPr>
            <a:lvl2pPr algn="l">
              <a:defRPr sz="1013" b="0">
                <a:solidFill>
                  <a:srgbClr val="586368"/>
                </a:solidFill>
                <a:latin typeface="Noto Sans KR"/>
                <a:ea typeface="Noto Sans KR"/>
                <a:cs typeface="Noto Sans KR"/>
              </a:defRPr>
            </a:lvl2pPr>
            <a:lvl3pPr algn="l">
              <a:defRPr sz="1013" b="0">
                <a:solidFill>
                  <a:srgbClr val="586368"/>
                </a:solidFill>
                <a:latin typeface="Noto Sans KR"/>
                <a:ea typeface="Noto Sans KR"/>
                <a:cs typeface="Noto Sans KR"/>
              </a:defRPr>
            </a:lvl3pPr>
            <a:lvl4pPr algn="l">
              <a:defRPr sz="1013" b="0">
                <a:solidFill>
                  <a:srgbClr val="586368"/>
                </a:solidFill>
                <a:latin typeface="Noto Sans KR"/>
                <a:ea typeface="Noto Sans KR"/>
                <a:cs typeface="Noto Sans KR"/>
              </a:defRPr>
            </a:lvl4pPr>
            <a:lvl5pPr algn="l">
              <a:defRPr sz="1013" b="0">
                <a:solidFill>
                  <a:srgbClr val="586368"/>
                </a:solidFill>
                <a:latin typeface="Noto Sans KR"/>
                <a:ea typeface="Noto Sans KR"/>
                <a:cs typeface="Noto Sans KR"/>
              </a:defRPr>
            </a:lvl5pPr>
            <a:lvl6pPr algn="l">
              <a:defRPr sz="1013" b="0">
                <a:solidFill>
                  <a:srgbClr val="586368"/>
                </a:solidFill>
                <a:latin typeface="Noto Sans KR"/>
                <a:ea typeface="Noto Sans KR"/>
                <a:cs typeface="Noto Sans KR"/>
              </a:defRPr>
            </a:lvl6pPr>
            <a:lvl7pPr algn="l">
              <a:defRPr sz="1013" b="0">
                <a:solidFill>
                  <a:srgbClr val="586368"/>
                </a:solidFill>
                <a:latin typeface="Noto Sans KR"/>
                <a:ea typeface="Noto Sans KR"/>
                <a:cs typeface="Noto Sans KR"/>
              </a:defRPr>
            </a:lvl7pPr>
            <a:lvl8pPr algn="l">
              <a:defRPr sz="1013" b="0">
                <a:solidFill>
                  <a:srgbClr val="586368"/>
                </a:solidFill>
                <a:latin typeface="Noto Sans KR"/>
                <a:ea typeface="Noto Sans KR"/>
                <a:cs typeface="Noto Sans KR"/>
              </a:defRPr>
            </a:lvl8pPr>
            <a:lvl9pPr algn="l">
              <a:defRPr sz="1013" b="0">
                <a:solidFill>
                  <a:srgbClr val="586368"/>
                </a:solidFill>
                <a:latin typeface="Noto Sans KR"/>
                <a:ea typeface="Noto Sans KR"/>
                <a:cs typeface="Noto Sans KR"/>
              </a:defRPr>
            </a:lvl9pPr>
          </a:lstStyle>
          <a:p xmlns:a="http://schemas.openxmlformats.org/drawingml/2006/main">
            <a:pPr algn="l">
              <a:lnSpc>
                <a:spcPct val="118000"/>
              </a:lnSpc>
              <a:buNone/>
              <a:defRPr sz="1013" b="0">
                <a:solidFill>
                  <a:srgbClr val="586368"/>
                </a:solidFill>
                <a:latin typeface="Noto Sans KR"/>
                <a:ea typeface="Noto Sans KR"/>
                <a:cs typeface="Noto Sans KR"/>
              </a:defRPr>
            </a:pPr>
            <a:r>
              <a:rPr sz="1013" b="0">
                <a:solidFill>
                  <a:srgbClr val="586368"/>
                </a:solidFill>
                <a:latin typeface="Noto Sans KR"/>
                <a:ea typeface="Noto Sans KR"/>
                <a:cs typeface="Noto Sans KR"/>
              </a:rPr>
              <a:t>Home Assistant 가전 반복행동 판단</a:t>
            </a:r>
          </a:p>
        </p:txBody>
      </p:sp>
      <p:sp>
        <p:nvSpPr>
          <p:cNvPr id="7" name="text">
            <a:extLst xmlns:a="http://schemas.openxmlformats.org/drawingml/2006/main">
              <a:ext uri="{FF2B5EF4-FFF2-40B4-BE49-F238E27FC236}">
                <a16:creationId xmlns:a16="http://schemas.microsoft.com/office/drawing/2014/main" id="{5E6CF53B-0C3B-4002-ACEE-3922221E0227}"/>
              </a:ext>
            </a:extLst>
          </p:cNvPr>
          <p:cNvSpPr>
            <a:spLocks xmlns:a="http://schemas.openxmlformats.org/drawingml/2006/main" noGrp="1"/>
          </p:cNvSpPr>
          <p:nvPr/>
        </p:nvSpPr>
        <p:spPr>
          <a:xfrm xmlns:a="http://schemas.openxmlformats.org/drawingml/2006/main">
            <a:off x="7334250" y="7400925"/>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13" b="0">
                <a:solidFill>
                  <a:srgbClr val="586368"/>
                </a:solidFill>
                <a:latin typeface="Noto Sans KR"/>
                <a:ea typeface="Noto Sans KR"/>
                <a:cs typeface="Noto Sans KR"/>
              </a:defRPr>
            </a:defPPr>
            <a:lvl1pPr algn="r">
              <a:defRPr sz="1013" b="0">
                <a:solidFill>
                  <a:srgbClr val="586368"/>
                </a:solidFill>
                <a:latin typeface="Noto Sans KR"/>
                <a:ea typeface="Noto Sans KR"/>
                <a:cs typeface="Noto Sans KR"/>
              </a:defRPr>
            </a:lvl1pPr>
            <a:lvl2pPr algn="r">
              <a:defRPr sz="1013" b="0">
                <a:solidFill>
                  <a:srgbClr val="586368"/>
                </a:solidFill>
                <a:latin typeface="Noto Sans KR"/>
                <a:ea typeface="Noto Sans KR"/>
                <a:cs typeface="Noto Sans KR"/>
              </a:defRPr>
            </a:lvl2pPr>
            <a:lvl3pPr algn="r">
              <a:defRPr sz="1013" b="0">
                <a:solidFill>
                  <a:srgbClr val="586368"/>
                </a:solidFill>
                <a:latin typeface="Noto Sans KR"/>
                <a:ea typeface="Noto Sans KR"/>
                <a:cs typeface="Noto Sans KR"/>
              </a:defRPr>
            </a:lvl3pPr>
            <a:lvl4pPr algn="r">
              <a:defRPr sz="1013" b="0">
                <a:solidFill>
                  <a:srgbClr val="586368"/>
                </a:solidFill>
                <a:latin typeface="Noto Sans KR"/>
                <a:ea typeface="Noto Sans KR"/>
                <a:cs typeface="Noto Sans KR"/>
              </a:defRPr>
            </a:lvl4pPr>
            <a:lvl5pPr algn="r">
              <a:defRPr sz="1013" b="0">
                <a:solidFill>
                  <a:srgbClr val="586368"/>
                </a:solidFill>
                <a:latin typeface="Noto Sans KR"/>
                <a:ea typeface="Noto Sans KR"/>
                <a:cs typeface="Noto Sans KR"/>
              </a:defRPr>
            </a:lvl5pPr>
            <a:lvl6pPr algn="r">
              <a:defRPr sz="1013" b="0">
                <a:solidFill>
                  <a:srgbClr val="586368"/>
                </a:solidFill>
                <a:latin typeface="Noto Sans KR"/>
                <a:ea typeface="Noto Sans KR"/>
                <a:cs typeface="Noto Sans KR"/>
              </a:defRPr>
            </a:lvl6pPr>
            <a:lvl7pPr algn="r">
              <a:defRPr sz="1013" b="0">
                <a:solidFill>
                  <a:srgbClr val="586368"/>
                </a:solidFill>
                <a:latin typeface="Noto Sans KR"/>
                <a:ea typeface="Noto Sans KR"/>
                <a:cs typeface="Noto Sans KR"/>
              </a:defRPr>
            </a:lvl7pPr>
            <a:lvl8pPr algn="r">
              <a:defRPr sz="1013" b="0">
                <a:solidFill>
                  <a:srgbClr val="586368"/>
                </a:solidFill>
                <a:latin typeface="Noto Sans KR"/>
                <a:ea typeface="Noto Sans KR"/>
                <a:cs typeface="Noto Sans KR"/>
              </a:defRPr>
            </a:lvl8pPr>
            <a:lvl9pPr algn="r">
              <a:defRPr sz="1013" b="0">
                <a:solidFill>
                  <a:srgbClr val="586368"/>
                </a:solidFill>
                <a:latin typeface="Noto Sans KR"/>
                <a:ea typeface="Noto Sans KR"/>
                <a:cs typeface="Noto Sans KR"/>
              </a:defRPr>
            </a:lvl9pPr>
          </a:lstStyle>
          <a:p xmlns:a="http://schemas.openxmlformats.org/drawingml/2006/main">
            <a:pPr algn="r">
              <a:lnSpc>
                <a:spcPct val="118000"/>
              </a:lnSpc>
              <a:buNone/>
              <a:defRPr sz="1013" b="0">
                <a:solidFill>
                  <a:srgbClr val="586368"/>
                </a:solidFill>
                <a:latin typeface="Noto Sans KR"/>
                <a:ea typeface="Noto Sans KR"/>
                <a:cs typeface="Noto Sans KR"/>
              </a:defRPr>
            </a:pPr>
            <a:r>
              <a:rPr sz="1013" b="0">
                <a:solidFill>
                  <a:srgbClr val="586368"/>
                </a:solidFill>
                <a:latin typeface="Noto Sans KR"/>
                <a:ea typeface="Noto Sans KR"/>
                <a:cs typeface="Noto Sans KR"/>
              </a:rPr>
              <a:t>합성 데이터 시험 · 환자 대상 성능 미평가</a:t>
            </a:r>
          </a:p>
        </p:txBody>
      </p:sp>
      <p:sp>
        <p:nvSpPr>
          <p:cNvPr id="8" name="text">
            <a:extLst xmlns:a="http://schemas.openxmlformats.org/drawingml/2006/main">
              <a:ext uri="{FF2B5EF4-FFF2-40B4-BE49-F238E27FC236}">
                <a16:creationId xmlns:a16="http://schemas.microsoft.com/office/drawing/2014/main" id="{D37FB32E-F39F-42DC-857E-1C1D33D79508}"/>
              </a:ext>
            </a:extLst>
          </p:cNvPr>
          <p:cNvSpPr>
            <a:spLocks xmlns:a="http://schemas.openxmlformats.org/drawingml/2006/main" noGrp="1"/>
          </p:cNvSpPr>
          <p:nvPr/>
        </p:nvSpPr>
        <p:spPr>
          <a:xfrm xmlns:a="http://schemas.openxmlformats.org/drawingml/2006/main">
            <a:off x="12382500" y="7353300"/>
            <a:ext cx="571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1">
                <a:solidFill>
                  <a:srgbClr val="141719"/>
                </a:solidFill>
                <a:latin typeface="Noto Sans KR"/>
                <a:ea typeface="Noto Sans KR"/>
                <a:cs typeface="Noto Sans KR"/>
              </a:defRPr>
            </a:defPPr>
            <a:lvl1pPr algn="r">
              <a:defRPr sz="1500" b="1">
                <a:solidFill>
                  <a:srgbClr val="141719"/>
                </a:solidFill>
                <a:latin typeface="Noto Sans KR"/>
                <a:ea typeface="Noto Sans KR"/>
                <a:cs typeface="Noto Sans KR"/>
              </a:defRPr>
            </a:lvl1pPr>
            <a:lvl2pPr algn="r">
              <a:defRPr sz="1500" b="1">
                <a:solidFill>
                  <a:srgbClr val="141719"/>
                </a:solidFill>
                <a:latin typeface="Noto Sans KR"/>
                <a:ea typeface="Noto Sans KR"/>
                <a:cs typeface="Noto Sans KR"/>
              </a:defRPr>
            </a:lvl2pPr>
            <a:lvl3pPr algn="r">
              <a:defRPr sz="1500" b="1">
                <a:solidFill>
                  <a:srgbClr val="141719"/>
                </a:solidFill>
                <a:latin typeface="Noto Sans KR"/>
                <a:ea typeface="Noto Sans KR"/>
                <a:cs typeface="Noto Sans KR"/>
              </a:defRPr>
            </a:lvl3pPr>
            <a:lvl4pPr algn="r">
              <a:defRPr sz="1500" b="1">
                <a:solidFill>
                  <a:srgbClr val="141719"/>
                </a:solidFill>
                <a:latin typeface="Noto Sans KR"/>
                <a:ea typeface="Noto Sans KR"/>
                <a:cs typeface="Noto Sans KR"/>
              </a:defRPr>
            </a:lvl4pPr>
            <a:lvl5pPr algn="r">
              <a:defRPr sz="1500" b="1">
                <a:solidFill>
                  <a:srgbClr val="141719"/>
                </a:solidFill>
                <a:latin typeface="Noto Sans KR"/>
                <a:ea typeface="Noto Sans KR"/>
                <a:cs typeface="Noto Sans KR"/>
              </a:defRPr>
            </a:lvl5pPr>
            <a:lvl6pPr algn="r">
              <a:defRPr sz="1500" b="1">
                <a:solidFill>
                  <a:srgbClr val="141719"/>
                </a:solidFill>
                <a:latin typeface="Noto Sans KR"/>
                <a:ea typeface="Noto Sans KR"/>
                <a:cs typeface="Noto Sans KR"/>
              </a:defRPr>
            </a:lvl6pPr>
            <a:lvl7pPr algn="r">
              <a:defRPr sz="1500" b="1">
                <a:solidFill>
                  <a:srgbClr val="141719"/>
                </a:solidFill>
                <a:latin typeface="Noto Sans KR"/>
                <a:ea typeface="Noto Sans KR"/>
                <a:cs typeface="Noto Sans KR"/>
              </a:defRPr>
            </a:lvl7pPr>
            <a:lvl8pPr algn="r">
              <a:defRPr sz="1500" b="1">
                <a:solidFill>
                  <a:srgbClr val="141719"/>
                </a:solidFill>
                <a:latin typeface="Noto Sans KR"/>
                <a:ea typeface="Noto Sans KR"/>
                <a:cs typeface="Noto Sans KR"/>
              </a:defRPr>
            </a:lvl8pPr>
            <a:lvl9pPr algn="r">
              <a:defRPr sz="1500" b="1">
                <a:solidFill>
                  <a:srgbClr val="141719"/>
                </a:solidFill>
                <a:latin typeface="Noto Sans KR"/>
                <a:ea typeface="Noto Sans KR"/>
                <a:cs typeface="Noto Sans KR"/>
              </a:defRPr>
            </a:lvl9pPr>
          </a:lstStyle>
          <a:p xmlns:a="http://schemas.openxmlformats.org/drawingml/2006/main">
            <a:pPr algn="r">
              <a:lnSpc>
                <a:spcPct val="118000"/>
              </a:lnSpc>
              <a:buNone/>
              <a:defRPr sz="1500" b="1">
                <a:solidFill>
                  <a:srgbClr val="141719"/>
                </a:solidFill>
                <a:latin typeface="Noto Sans KR"/>
                <a:ea typeface="Noto Sans KR"/>
                <a:cs typeface="Noto Sans KR"/>
              </a:defRPr>
            </a:pPr>
            <a:r>
              <a:rPr sz="1500" b="1">
                <a:solidFill>
                  <a:srgbClr val="141719"/>
                </a:solidFill>
                <a:latin typeface="Noto Sans KR"/>
                <a:ea typeface="Noto Sans KR"/>
                <a:cs typeface="Noto Sans KR"/>
              </a:rPr>
              <a:t>05</a:t>
            </a:r>
          </a:p>
        </p:txBody>
      </p:sp>
      <p:graphicFrame>
        <p:nvGraphicFramePr>
          <p:cNvPr id="9" name="Chart">
            <a:extLst xmlns:a="http://schemas.openxmlformats.org/drawingml/2006/main">
              <a:ext uri="{FF2B5EF4-FFF2-40B4-BE49-F238E27FC236}">
                <a16:creationId xmlns:a16="http://schemas.microsoft.com/office/drawing/2014/main" id="{44992630-0F02-4F15-96FD-270139579FA1}"/>
              </a:ext>
            </a:extLst>
          </p:cNvPr>
          <p:cNvGraphicFramePr/>
          <p:nvPr/>
        </p:nvGraphicFramePr>
        <p:xfrm>
          <a:off xmlns:a="http://schemas.openxmlformats.org/drawingml/2006/main" x="714375" y="1752600"/>
          <a:ext xmlns:a="http://schemas.openxmlformats.org/drawingml/2006/main" cx="5667375" cy="2476500"/>
        </p:xfrm>
        <a:graphic xmlns:a="http://schemas.openxmlformats.org/drawingml/2006/main">
          <a:graphicData uri="http://schemas.openxmlformats.org/drawingml/2006/chart">
            <c:chart xmlns:r="http://schemas.openxmlformats.org/officeDocument/2006/relationships" xmlns:c="http://schemas.openxmlformats.org/drawingml/2006/chart" r:id="Rb135103f449e47fa"/>
          </a:graphicData>
        </a:graphic>
      </p:graphicFrame>
      <p:sp>
        <p:nvSpPr>
          <p:cNvPr id="10" name="text">
            <a:extLst xmlns:a="http://schemas.openxmlformats.org/drawingml/2006/main">
              <a:ext uri="{FF2B5EF4-FFF2-40B4-BE49-F238E27FC236}">
                <a16:creationId xmlns:a16="http://schemas.microsoft.com/office/drawing/2014/main" id="{026FF37D-961B-4E32-A728-24475FB8F1FD}"/>
              </a:ext>
            </a:extLst>
          </p:cNvPr>
          <p:cNvSpPr>
            <a:spLocks xmlns:a="http://schemas.openxmlformats.org/drawingml/2006/main" noGrp="1"/>
          </p:cNvSpPr>
          <p:nvPr/>
        </p:nvSpPr>
        <p:spPr>
          <a:xfrm xmlns:a="http://schemas.openxmlformats.org/drawingml/2006/main">
            <a:off x="762000" y="4324350"/>
            <a:ext cx="576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77E"/>
                </a:solidFill>
                <a:latin typeface="Noto Sans KR"/>
                <a:ea typeface="Noto Sans KR"/>
                <a:cs typeface="Noto Sans KR"/>
              </a:defRPr>
            </a:defPPr>
            <a:lvl1pPr algn="l">
              <a:defRPr sz="1500" b="1">
                <a:solidFill>
                  <a:srgbClr val="00877E"/>
                </a:solidFill>
                <a:latin typeface="Noto Sans KR"/>
                <a:ea typeface="Noto Sans KR"/>
                <a:cs typeface="Noto Sans KR"/>
              </a:defRPr>
            </a:lvl1pPr>
            <a:lvl2pPr algn="l">
              <a:defRPr sz="1500" b="1">
                <a:solidFill>
                  <a:srgbClr val="00877E"/>
                </a:solidFill>
                <a:latin typeface="Noto Sans KR"/>
                <a:ea typeface="Noto Sans KR"/>
                <a:cs typeface="Noto Sans KR"/>
              </a:defRPr>
            </a:lvl2pPr>
            <a:lvl3pPr algn="l">
              <a:defRPr sz="1500" b="1">
                <a:solidFill>
                  <a:srgbClr val="00877E"/>
                </a:solidFill>
                <a:latin typeface="Noto Sans KR"/>
                <a:ea typeface="Noto Sans KR"/>
                <a:cs typeface="Noto Sans KR"/>
              </a:defRPr>
            </a:lvl3pPr>
            <a:lvl4pPr algn="l">
              <a:defRPr sz="1500" b="1">
                <a:solidFill>
                  <a:srgbClr val="00877E"/>
                </a:solidFill>
                <a:latin typeface="Noto Sans KR"/>
                <a:ea typeface="Noto Sans KR"/>
                <a:cs typeface="Noto Sans KR"/>
              </a:defRPr>
            </a:lvl4pPr>
            <a:lvl5pPr algn="l">
              <a:defRPr sz="1500" b="1">
                <a:solidFill>
                  <a:srgbClr val="00877E"/>
                </a:solidFill>
                <a:latin typeface="Noto Sans KR"/>
                <a:ea typeface="Noto Sans KR"/>
                <a:cs typeface="Noto Sans KR"/>
              </a:defRPr>
            </a:lvl5pPr>
            <a:lvl6pPr algn="l">
              <a:defRPr sz="1500" b="1">
                <a:solidFill>
                  <a:srgbClr val="00877E"/>
                </a:solidFill>
                <a:latin typeface="Noto Sans KR"/>
                <a:ea typeface="Noto Sans KR"/>
                <a:cs typeface="Noto Sans KR"/>
              </a:defRPr>
            </a:lvl6pPr>
            <a:lvl7pPr algn="l">
              <a:defRPr sz="1500" b="1">
                <a:solidFill>
                  <a:srgbClr val="00877E"/>
                </a:solidFill>
                <a:latin typeface="Noto Sans KR"/>
                <a:ea typeface="Noto Sans KR"/>
                <a:cs typeface="Noto Sans KR"/>
              </a:defRPr>
            </a:lvl7pPr>
            <a:lvl8pPr algn="l">
              <a:defRPr sz="1500" b="1">
                <a:solidFill>
                  <a:srgbClr val="00877E"/>
                </a:solidFill>
                <a:latin typeface="Noto Sans KR"/>
                <a:ea typeface="Noto Sans KR"/>
                <a:cs typeface="Noto Sans KR"/>
              </a:defRPr>
            </a:lvl8pPr>
            <a:lvl9pPr algn="l">
              <a:defRPr sz="1500" b="1">
                <a:solidFill>
                  <a:srgbClr val="00877E"/>
                </a:solidFill>
                <a:latin typeface="Noto Sans KR"/>
                <a:ea typeface="Noto Sans KR"/>
                <a:cs typeface="Noto Sans KR"/>
              </a:defRPr>
            </a:lvl9pPr>
          </a:lstStyle>
          <a:p xmlns:a="http://schemas.openxmlformats.org/drawingml/2006/main">
            <a:pPr algn="l">
              <a:lnSpc>
                <a:spcPct val="118000"/>
              </a:lnSpc>
              <a:buNone/>
              <a:defRPr sz="1500" b="1">
                <a:solidFill>
                  <a:srgbClr val="00877E"/>
                </a:solidFill>
                <a:latin typeface="Noto Sans KR"/>
                <a:ea typeface="Noto Sans KR"/>
                <a:cs typeface="Noto Sans KR"/>
              </a:defRPr>
            </a:pPr>
            <a:r>
              <a:rPr sz="1500" b="1">
                <a:solidFill>
                  <a:srgbClr val="00877E"/>
                </a:solidFill>
                <a:latin typeface="Noto Sans KR"/>
                <a:ea typeface="Noto Sans KR"/>
                <a:cs typeface="Noto Sans KR"/>
              </a:rPr>
              <a:t>정상 판정 564 → 570 / 전체 576개 표본</a:t>
            </a:r>
          </a:p>
        </p:txBody>
      </p:sp>
      <p:sp>
        <p:nvSpPr>
          <p:cNvPr id="11" name="text">
            <a:extLst xmlns:a="http://schemas.openxmlformats.org/drawingml/2006/main">
              <a:ext uri="{FF2B5EF4-FFF2-40B4-BE49-F238E27FC236}">
                <a16:creationId xmlns:a16="http://schemas.microsoft.com/office/drawing/2014/main" id="{185A018E-7831-479C-9332-184EF80B8CEB}"/>
              </a:ext>
            </a:extLst>
          </p:cNvPr>
          <p:cNvSpPr>
            <a:spLocks xmlns:a="http://schemas.openxmlformats.org/drawingml/2006/main" noGrp="1"/>
          </p:cNvSpPr>
          <p:nvPr/>
        </p:nvSpPr>
        <p:spPr>
          <a:xfrm xmlns:a="http://schemas.openxmlformats.org/drawingml/2006/main">
            <a:off x="762000" y="4676775"/>
            <a:ext cx="595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586368"/>
                </a:solidFill>
                <a:latin typeface="Noto Sans KR"/>
                <a:ea typeface="Noto Sans KR"/>
                <a:cs typeface="Noto Sans KR"/>
              </a:defRPr>
            </a:defPPr>
            <a:lvl1pPr algn="l">
              <a:defRPr sz="1163" b="0">
                <a:solidFill>
                  <a:srgbClr val="586368"/>
                </a:solidFill>
                <a:latin typeface="Noto Sans KR"/>
                <a:ea typeface="Noto Sans KR"/>
                <a:cs typeface="Noto Sans KR"/>
              </a:defRPr>
            </a:lvl1pPr>
            <a:lvl2pPr algn="l">
              <a:defRPr sz="1163" b="0">
                <a:solidFill>
                  <a:srgbClr val="586368"/>
                </a:solidFill>
                <a:latin typeface="Noto Sans KR"/>
                <a:ea typeface="Noto Sans KR"/>
                <a:cs typeface="Noto Sans KR"/>
              </a:defRPr>
            </a:lvl2pPr>
            <a:lvl3pPr algn="l">
              <a:defRPr sz="1163" b="0">
                <a:solidFill>
                  <a:srgbClr val="586368"/>
                </a:solidFill>
                <a:latin typeface="Noto Sans KR"/>
                <a:ea typeface="Noto Sans KR"/>
                <a:cs typeface="Noto Sans KR"/>
              </a:defRPr>
            </a:lvl3pPr>
            <a:lvl4pPr algn="l">
              <a:defRPr sz="1163" b="0">
                <a:solidFill>
                  <a:srgbClr val="586368"/>
                </a:solidFill>
                <a:latin typeface="Noto Sans KR"/>
                <a:ea typeface="Noto Sans KR"/>
                <a:cs typeface="Noto Sans KR"/>
              </a:defRPr>
            </a:lvl4pPr>
            <a:lvl5pPr algn="l">
              <a:defRPr sz="1163" b="0">
                <a:solidFill>
                  <a:srgbClr val="586368"/>
                </a:solidFill>
                <a:latin typeface="Noto Sans KR"/>
                <a:ea typeface="Noto Sans KR"/>
                <a:cs typeface="Noto Sans KR"/>
              </a:defRPr>
            </a:lvl5pPr>
            <a:lvl6pPr algn="l">
              <a:defRPr sz="1163" b="0">
                <a:solidFill>
                  <a:srgbClr val="586368"/>
                </a:solidFill>
                <a:latin typeface="Noto Sans KR"/>
                <a:ea typeface="Noto Sans KR"/>
                <a:cs typeface="Noto Sans KR"/>
              </a:defRPr>
            </a:lvl6pPr>
            <a:lvl7pPr algn="l">
              <a:defRPr sz="1163" b="0">
                <a:solidFill>
                  <a:srgbClr val="586368"/>
                </a:solidFill>
                <a:latin typeface="Noto Sans KR"/>
                <a:ea typeface="Noto Sans KR"/>
                <a:cs typeface="Noto Sans KR"/>
              </a:defRPr>
            </a:lvl7pPr>
            <a:lvl8pPr algn="l">
              <a:defRPr sz="1163" b="0">
                <a:solidFill>
                  <a:srgbClr val="586368"/>
                </a:solidFill>
                <a:latin typeface="Noto Sans KR"/>
                <a:ea typeface="Noto Sans KR"/>
                <a:cs typeface="Noto Sans KR"/>
              </a:defRPr>
            </a:lvl8pPr>
            <a:lvl9pPr algn="l">
              <a:defRPr sz="1163" b="0">
                <a:solidFill>
                  <a:srgbClr val="586368"/>
                </a:solidFill>
                <a:latin typeface="Noto Sans KR"/>
                <a:ea typeface="Noto Sans KR"/>
                <a:cs typeface="Noto Sans KR"/>
              </a:defRPr>
            </a:lvl9pPr>
          </a:lstStyle>
          <a:p xmlns:a="http://schemas.openxmlformats.org/drawingml/2006/main">
            <a:pPr algn="l">
              <a:lnSpc>
                <a:spcPct val="118000"/>
              </a:lnSpc>
              <a:buNone/>
              <a:defRPr sz="1163" b="0">
                <a:solidFill>
                  <a:srgbClr val="586368"/>
                </a:solidFill>
                <a:latin typeface="Noto Sans KR"/>
                <a:ea typeface="Noto Sans KR"/>
                <a:cs typeface="Noto Sans KR"/>
              </a:defRPr>
            </a:pPr>
            <a:r>
              <a:rPr sz="1163" b="0">
                <a:solidFill>
                  <a:srgbClr val="586368"/>
                </a:solidFill>
                <a:latin typeface="Noto Sans KR"/>
                <a:ea typeface="Noto Sans KR"/>
                <a:cs typeface="Noto Sans KR"/>
              </a:rPr>
              <a:t>30일 정상 검토 이력 이후 미래 12일 평가 · 별도 합성 시험</a:t>
            </a:r>
          </a:p>
        </p:txBody>
      </p:sp>
      <p:sp>
        <p:nvSpPr>
          <p:cNvPr id="12" name="">
            <a:extLst xmlns:a="http://schemas.openxmlformats.org/drawingml/2006/main">
              <a:ext uri="{FF2B5EF4-FFF2-40B4-BE49-F238E27FC236}">
                <a16:creationId xmlns:a16="http://schemas.microsoft.com/office/drawing/2014/main" id="{FA2C0199-132D-4C8C-8D8E-8F4D874736BE}"/>
              </a:ext>
            </a:extLst>
          </p:cNvPr>
          <p:cNvSpPr>
            <a:spLocks xmlns:a="http://schemas.openxmlformats.org/drawingml/2006/main" noGrp="1"/>
          </p:cNvSpPr>
          <p:nvPr/>
        </p:nvSpPr>
        <p:spPr>
          <a:xfrm xmlns:a="http://schemas.openxmlformats.org/drawingml/2006/main">
            <a:off x="6715125" y="1828800"/>
            <a:ext cx="0" cy="3019425"/>
          </a:xfrm>
          <a:prstGeom xmlns:a="http://schemas.openxmlformats.org/drawingml/2006/main" prst="line">
            <a:avLst/>
          </a:prstGeom>
          <a:noFill xmlns:a="http://schemas.openxmlformats.org/drawingml/2006/main"/>
          <a:ln xmlns:a="http://schemas.openxmlformats.org/drawingml/2006/main" w="9525">
            <a:solidFill>
              <a:srgbClr val="D6DEE0"/>
            </a:solidFill>
            <a:prstDash val="solid"/>
          </a:ln>
        </p:spPr>
      </p:sp>
      <p:sp>
        <p:nvSpPr>
          <p:cNvPr id="13" name="text">
            <a:extLst xmlns:a="http://schemas.openxmlformats.org/drawingml/2006/main">
              <a:ext uri="{FF2B5EF4-FFF2-40B4-BE49-F238E27FC236}">
                <a16:creationId xmlns:a16="http://schemas.microsoft.com/office/drawing/2014/main" id="{3CA17EE8-DA7D-4B1B-AF9E-07E7E06665C1}"/>
              </a:ext>
            </a:extLst>
          </p:cNvPr>
          <p:cNvSpPr>
            <a:spLocks xmlns:a="http://schemas.openxmlformats.org/drawingml/2006/main" noGrp="1"/>
          </p:cNvSpPr>
          <p:nvPr/>
        </p:nvSpPr>
        <p:spPr>
          <a:xfrm xmlns:a="http://schemas.openxmlformats.org/drawingml/2006/main">
            <a:off x="7239000" y="1828800"/>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41719"/>
                </a:solidFill>
                <a:latin typeface="Noto Sans KR"/>
                <a:ea typeface="Noto Sans KR"/>
                <a:cs typeface="Noto Sans KR"/>
              </a:defRPr>
            </a:defPPr>
            <a:lvl1pPr algn="l">
              <a:defRPr sz="1950" b="1">
                <a:solidFill>
                  <a:srgbClr val="141719"/>
                </a:solidFill>
                <a:latin typeface="Noto Sans KR"/>
                <a:ea typeface="Noto Sans KR"/>
                <a:cs typeface="Noto Sans KR"/>
              </a:defRPr>
            </a:lvl1pPr>
            <a:lvl2pPr algn="l">
              <a:defRPr sz="1950" b="1">
                <a:solidFill>
                  <a:srgbClr val="141719"/>
                </a:solidFill>
                <a:latin typeface="Noto Sans KR"/>
                <a:ea typeface="Noto Sans KR"/>
                <a:cs typeface="Noto Sans KR"/>
              </a:defRPr>
            </a:lvl2pPr>
            <a:lvl3pPr algn="l">
              <a:defRPr sz="1950" b="1">
                <a:solidFill>
                  <a:srgbClr val="141719"/>
                </a:solidFill>
                <a:latin typeface="Noto Sans KR"/>
                <a:ea typeface="Noto Sans KR"/>
                <a:cs typeface="Noto Sans KR"/>
              </a:defRPr>
            </a:lvl3pPr>
            <a:lvl4pPr algn="l">
              <a:defRPr sz="1950" b="1">
                <a:solidFill>
                  <a:srgbClr val="141719"/>
                </a:solidFill>
                <a:latin typeface="Noto Sans KR"/>
                <a:ea typeface="Noto Sans KR"/>
                <a:cs typeface="Noto Sans KR"/>
              </a:defRPr>
            </a:lvl4pPr>
            <a:lvl5pPr algn="l">
              <a:defRPr sz="1950" b="1">
                <a:solidFill>
                  <a:srgbClr val="141719"/>
                </a:solidFill>
                <a:latin typeface="Noto Sans KR"/>
                <a:ea typeface="Noto Sans KR"/>
                <a:cs typeface="Noto Sans KR"/>
              </a:defRPr>
            </a:lvl5pPr>
            <a:lvl6pPr algn="l">
              <a:defRPr sz="1950" b="1">
                <a:solidFill>
                  <a:srgbClr val="141719"/>
                </a:solidFill>
                <a:latin typeface="Noto Sans KR"/>
                <a:ea typeface="Noto Sans KR"/>
                <a:cs typeface="Noto Sans KR"/>
              </a:defRPr>
            </a:lvl6pPr>
            <a:lvl7pPr algn="l">
              <a:defRPr sz="1950" b="1">
                <a:solidFill>
                  <a:srgbClr val="141719"/>
                </a:solidFill>
                <a:latin typeface="Noto Sans KR"/>
                <a:ea typeface="Noto Sans KR"/>
                <a:cs typeface="Noto Sans KR"/>
              </a:defRPr>
            </a:lvl7pPr>
            <a:lvl8pPr algn="l">
              <a:defRPr sz="1950" b="1">
                <a:solidFill>
                  <a:srgbClr val="141719"/>
                </a:solidFill>
                <a:latin typeface="Noto Sans KR"/>
                <a:ea typeface="Noto Sans KR"/>
                <a:cs typeface="Noto Sans KR"/>
              </a:defRPr>
            </a:lvl8pPr>
            <a:lvl9pPr algn="l">
              <a:defRPr sz="1950" b="1">
                <a:solidFill>
                  <a:srgbClr val="141719"/>
                </a:solidFill>
                <a:latin typeface="Noto Sans KR"/>
                <a:ea typeface="Noto Sans KR"/>
                <a:cs typeface="Noto Sans KR"/>
              </a:defRPr>
            </a:lvl9pPr>
          </a:lstStyle>
          <a:p xmlns:a="http://schemas.openxmlformats.org/drawingml/2006/main">
            <a:pPr algn="l">
              <a:lnSpc>
                <a:spcPct val="118000"/>
              </a:lnSpc>
              <a:buNone/>
              <a:defRPr sz="1950" b="1">
                <a:solidFill>
                  <a:srgbClr val="141719"/>
                </a:solidFill>
                <a:latin typeface="Noto Sans KR"/>
                <a:ea typeface="Noto Sans KR"/>
                <a:cs typeface="Noto Sans KR"/>
              </a:defRPr>
            </a:pPr>
            <a:r>
              <a:rPr sz="1950" b="1">
                <a:solidFill>
                  <a:srgbClr val="141719"/>
                </a:solidFill>
                <a:latin typeface="Noto Sans KR"/>
                <a:ea typeface="Noto Sans KR"/>
                <a:cs typeface="Noto Sans KR"/>
              </a:rPr>
              <a:t>개인 루틴을 반영하는 기준</a:t>
            </a:r>
          </a:p>
        </p:txBody>
      </p:sp>
      <p:sp>
        <p:nvSpPr>
          <p:cNvPr id="14" name="text">
            <a:extLst xmlns:a="http://schemas.openxmlformats.org/drawingml/2006/main">
              <a:ext uri="{FF2B5EF4-FFF2-40B4-BE49-F238E27FC236}">
                <a16:creationId xmlns:a16="http://schemas.microsoft.com/office/drawing/2014/main" id="{281D212C-7645-48D0-8324-FD507AA9A6D1}"/>
              </a:ext>
            </a:extLst>
          </p:cNvPr>
          <p:cNvSpPr>
            <a:spLocks xmlns:a="http://schemas.openxmlformats.org/drawingml/2006/main" noGrp="1"/>
          </p:cNvSpPr>
          <p:nvPr/>
        </p:nvSpPr>
        <p:spPr>
          <a:xfrm xmlns:a="http://schemas.openxmlformats.org/drawingml/2006/main">
            <a:off x="7239000" y="2371725"/>
            <a:ext cx="381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77E"/>
                </a:solidFill>
                <a:latin typeface="Noto Sans KR"/>
                <a:ea typeface="Noto Sans KR"/>
                <a:cs typeface="Noto Sans KR"/>
              </a:defRPr>
            </a:defPPr>
            <a:lvl1pPr algn="l">
              <a:defRPr sz="1500" b="1">
                <a:solidFill>
                  <a:srgbClr val="00877E"/>
                </a:solidFill>
                <a:latin typeface="Noto Sans KR"/>
                <a:ea typeface="Noto Sans KR"/>
                <a:cs typeface="Noto Sans KR"/>
              </a:defRPr>
            </a:lvl1pPr>
            <a:lvl2pPr algn="l">
              <a:defRPr sz="1500" b="1">
                <a:solidFill>
                  <a:srgbClr val="00877E"/>
                </a:solidFill>
                <a:latin typeface="Noto Sans KR"/>
                <a:ea typeface="Noto Sans KR"/>
                <a:cs typeface="Noto Sans KR"/>
              </a:defRPr>
            </a:lvl2pPr>
            <a:lvl3pPr algn="l">
              <a:defRPr sz="1500" b="1">
                <a:solidFill>
                  <a:srgbClr val="00877E"/>
                </a:solidFill>
                <a:latin typeface="Noto Sans KR"/>
                <a:ea typeface="Noto Sans KR"/>
                <a:cs typeface="Noto Sans KR"/>
              </a:defRPr>
            </a:lvl3pPr>
            <a:lvl4pPr algn="l">
              <a:defRPr sz="1500" b="1">
                <a:solidFill>
                  <a:srgbClr val="00877E"/>
                </a:solidFill>
                <a:latin typeface="Noto Sans KR"/>
                <a:ea typeface="Noto Sans KR"/>
                <a:cs typeface="Noto Sans KR"/>
              </a:defRPr>
            </a:lvl4pPr>
            <a:lvl5pPr algn="l">
              <a:defRPr sz="1500" b="1">
                <a:solidFill>
                  <a:srgbClr val="00877E"/>
                </a:solidFill>
                <a:latin typeface="Noto Sans KR"/>
                <a:ea typeface="Noto Sans KR"/>
                <a:cs typeface="Noto Sans KR"/>
              </a:defRPr>
            </a:lvl5pPr>
            <a:lvl6pPr algn="l">
              <a:defRPr sz="1500" b="1">
                <a:solidFill>
                  <a:srgbClr val="00877E"/>
                </a:solidFill>
                <a:latin typeface="Noto Sans KR"/>
                <a:ea typeface="Noto Sans KR"/>
                <a:cs typeface="Noto Sans KR"/>
              </a:defRPr>
            </a:lvl6pPr>
            <a:lvl7pPr algn="l">
              <a:defRPr sz="1500" b="1">
                <a:solidFill>
                  <a:srgbClr val="00877E"/>
                </a:solidFill>
                <a:latin typeface="Noto Sans KR"/>
                <a:ea typeface="Noto Sans KR"/>
                <a:cs typeface="Noto Sans KR"/>
              </a:defRPr>
            </a:lvl7pPr>
            <a:lvl8pPr algn="l">
              <a:defRPr sz="1500" b="1">
                <a:solidFill>
                  <a:srgbClr val="00877E"/>
                </a:solidFill>
                <a:latin typeface="Noto Sans KR"/>
                <a:ea typeface="Noto Sans KR"/>
                <a:cs typeface="Noto Sans KR"/>
              </a:defRPr>
            </a:lvl8pPr>
            <a:lvl9pPr algn="l">
              <a:defRPr sz="1500" b="1">
                <a:solidFill>
                  <a:srgbClr val="00877E"/>
                </a:solidFill>
                <a:latin typeface="Noto Sans KR"/>
                <a:ea typeface="Noto Sans KR"/>
                <a:cs typeface="Noto Sans KR"/>
              </a:defRPr>
            </a:lvl9pPr>
          </a:lstStyle>
          <a:p xmlns:a="http://schemas.openxmlformats.org/drawingml/2006/main">
            <a:pPr algn="l">
              <a:lnSpc>
                <a:spcPct val="118000"/>
              </a:lnSpc>
              <a:buNone/>
              <a:defRPr sz="1500" b="1">
                <a:solidFill>
                  <a:srgbClr val="00877E"/>
                </a:solidFill>
                <a:latin typeface="Noto Sans KR"/>
                <a:ea typeface="Noto Sans KR"/>
                <a:cs typeface="Noto Sans KR"/>
              </a:defRPr>
            </a:pPr>
            <a:r>
              <a:rPr sz="1500" b="1">
                <a:solidFill>
                  <a:srgbClr val="00877E"/>
                </a:solidFill>
                <a:latin typeface="Noto Sans KR"/>
                <a:ea typeface="Noto Sans KR"/>
                <a:cs typeface="Noto Sans KR"/>
              </a:rPr>
              <a:t>01</a:t>
            </a:r>
          </a:p>
        </p:txBody>
      </p:sp>
      <p:sp>
        <p:nvSpPr>
          <p:cNvPr id="15" name="text">
            <a:extLst xmlns:a="http://schemas.openxmlformats.org/drawingml/2006/main">
              <a:ext uri="{FF2B5EF4-FFF2-40B4-BE49-F238E27FC236}">
                <a16:creationId xmlns:a16="http://schemas.microsoft.com/office/drawing/2014/main" id="{BE992B86-AAF2-47AB-8373-1F9333887C0A}"/>
              </a:ext>
            </a:extLst>
          </p:cNvPr>
          <p:cNvSpPr>
            <a:spLocks xmlns:a="http://schemas.openxmlformats.org/drawingml/2006/main" noGrp="1"/>
          </p:cNvSpPr>
          <p:nvPr/>
        </p:nvSpPr>
        <p:spPr>
          <a:xfrm xmlns:a="http://schemas.openxmlformats.org/drawingml/2006/main">
            <a:off x="7734300" y="2371725"/>
            <a:ext cx="5219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41719"/>
                </a:solidFill>
                <a:latin typeface="Noto Sans KR"/>
                <a:ea typeface="Noto Sans KR"/>
                <a:cs typeface="Noto Sans KR"/>
              </a:defRPr>
            </a:defPPr>
            <a:lvl1pPr algn="l">
              <a:defRPr sz="1575" b="1">
                <a:solidFill>
                  <a:srgbClr val="141719"/>
                </a:solidFill>
                <a:latin typeface="Noto Sans KR"/>
                <a:ea typeface="Noto Sans KR"/>
                <a:cs typeface="Noto Sans KR"/>
              </a:defRPr>
            </a:lvl1pPr>
            <a:lvl2pPr algn="l">
              <a:defRPr sz="1575" b="1">
                <a:solidFill>
                  <a:srgbClr val="141719"/>
                </a:solidFill>
                <a:latin typeface="Noto Sans KR"/>
                <a:ea typeface="Noto Sans KR"/>
                <a:cs typeface="Noto Sans KR"/>
              </a:defRPr>
            </a:lvl2pPr>
            <a:lvl3pPr algn="l">
              <a:defRPr sz="1575" b="1">
                <a:solidFill>
                  <a:srgbClr val="141719"/>
                </a:solidFill>
                <a:latin typeface="Noto Sans KR"/>
                <a:ea typeface="Noto Sans KR"/>
                <a:cs typeface="Noto Sans KR"/>
              </a:defRPr>
            </a:lvl3pPr>
            <a:lvl4pPr algn="l">
              <a:defRPr sz="1575" b="1">
                <a:solidFill>
                  <a:srgbClr val="141719"/>
                </a:solidFill>
                <a:latin typeface="Noto Sans KR"/>
                <a:ea typeface="Noto Sans KR"/>
                <a:cs typeface="Noto Sans KR"/>
              </a:defRPr>
            </a:lvl4pPr>
            <a:lvl5pPr algn="l">
              <a:defRPr sz="1575" b="1">
                <a:solidFill>
                  <a:srgbClr val="141719"/>
                </a:solidFill>
                <a:latin typeface="Noto Sans KR"/>
                <a:ea typeface="Noto Sans KR"/>
                <a:cs typeface="Noto Sans KR"/>
              </a:defRPr>
            </a:lvl5pPr>
            <a:lvl6pPr algn="l">
              <a:defRPr sz="1575" b="1">
                <a:solidFill>
                  <a:srgbClr val="141719"/>
                </a:solidFill>
                <a:latin typeface="Noto Sans KR"/>
                <a:ea typeface="Noto Sans KR"/>
                <a:cs typeface="Noto Sans KR"/>
              </a:defRPr>
            </a:lvl6pPr>
            <a:lvl7pPr algn="l">
              <a:defRPr sz="1575" b="1">
                <a:solidFill>
                  <a:srgbClr val="141719"/>
                </a:solidFill>
                <a:latin typeface="Noto Sans KR"/>
                <a:ea typeface="Noto Sans KR"/>
                <a:cs typeface="Noto Sans KR"/>
              </a:defRPr>
            </a:lvl7pPr>
            <a:lvl8pPr algn="l">
              <a:defRPr sz="1575" b="1">
                <a:solidFill>
                  <a:srgbClr val="141719"/>
                </a:solidFill>
                <a:latin typeface="Noto Sans KR"/>
                <a:ea typeface="Noto Sans KR"/>
                <a:cs typeface="Noto Sans KR"/>
              </a:defRPr>
            </a:lvl8pPr>
            <a:lvl9pPr algn="l">
              <a:defRPr sz="1575" b="1">
                <a:solidFill>
                  <a:srgbClr val="141719"/>
                </a:solidFill>
                <a:latin typeface="Noto Sans KR"/>
                <a:ea typeface="Noto Sans KR"/>
                <a:cs typeface="Noto Sans KR"/>
              </a:defRPr>
            </a:lvl9pPr>
          </a:lstStyle>
          <a:p xmlns:a="http://schemas.openxmlformats.org/drawingml/2006/main">
            <a:pPr algn="l">
              <a:lnSpc>
                <a:spcPct val="118000"/>
              </a:lnSpc>
              <a:buNone/>
              <a:defRPr sz="1575" b="1">
                <a:solidFill>
                  <a:srgbClr val="141719"/>
                </a:solidFill>
                <a:latin typeface="Noto Sans KR"/>
                <a:ea typeface="Noto Sans KR"/>
                <a:cs typeface="Noto Sans KR"/>
              </a:defRPr>
            </a:pPr>
            <a:r>
              <a:rPr sz="1575" b="1">
                <a:solidFill>
                  <a:srgbClr val="141719"/>
                </a:solidFill>
                <a:latin typeface="Noto Sans KR"/>
                <a:ea typeface="Noto Sans KR"/>
                <a:cs typeface="Noto Sans KR"/>
              </a:rPr>
              <a:t>정상으로 검토된 과거 이력만 사용</a:t>
            </a:r>
          </a:p>
        </p:txBody>
      </p:sp>
      <p:sp>
        <p:nvSpPr>
          <p:cNvPr id="16" name="text">
            <a:extLst xmlns:a="http://schemas.openxmlformats.org/drawingml/2006/main">
              <a:ext uri="{FF2B5EF4-FFF2-40B4-BE49-F238E27FC236}">
                <a16:creationId xmlns:a16="http://schemas.microsoft.com/office/drawing/2014/main" id="{0D3AECE5-F5A4-45AE-8466-0F566AE909D9}"/>
              </a:ext>
            </a:extLst>
          </p:cNvPr>
          <p:cNvSpPr>
            <a:spLocks xmlns:a="http://schemas.openxmlformats.org/drawingml/2006/main" noGrp="1"/>
          </p:cNvSpPr>
          <p:nvPr/>
        </p:nvSpPr>
        <p:spPr>
          <a:xfrm xmlns:a="http://schemas.openxmlformats.org/drawingml/2006/main">
            <a:off x="7734300" y="2695575"/>
            <a:ext cx="5219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13" b="0">
                <a:solidFill>
                  <a:srgbClr val="586368"/>
                </a:solidFill>
                <a:latin typeface="Noto Sans KR"/>
                <a:ea typeface="Noto Sans KR"/>
                <a:cs typeface="Noto Sans KR"/>
              </a:defRPr>
            </a:defPPr>
            <a:lvl1pPr algn="l">
              <a:defRPr sz="1313" b="0">
                <a:solidFill>
                  <a:srgbClr val="586368"/>
                </a:solidFill>
                <a:latin typeface="Noto Sans KR"/>
                <a:ea typeface="Noto Sans KR"/>
                <a:cs typeface="Noto Sans KR"/>
              </a:defRPr>
            </a:lvl1pPr>
            <a:lvl2pPr algn="l">
              <a:defRPr sz="1313" b="0">
                <a:solidFill>
                  <a:srgbClr val="586368"/>
                </a:solidFill>
                <a:latin typeface="Noto Sans KR"/>
                <a:ea typeface="Noto Sans KR"/>
                <a:cs typeface="Noto Sans KR"/>
              </a:defRPr>
            </a:lvl2pPr>
            <a:lvl3pPr algn="l">
              <a:defRPr sz="1313" b="0">
                <a:solidFill>
                  <a:srgbClr val="586368"/>
                </a:solidFill>
                <a:latin typeface="Noto Sans KR"/>
                <a:ea typeface="Noto Sans KR"/>
                <a:cs typeface="Noto Sans KR"/>
              </a:defRPr>
            </a:lvl3pPr>
            <a:lvl4pPr algn="l">
              <a:defRPr sz="1313" b="0">
                <a:solidFill>
                  <a:srgbClr val="586368"/>
                </a:solidFill>
                <a:latin typeface="Noto Sans KR"/>
                <a:ea typeface="Noto Sans KR"/>
                <a:cs typeface="Noto Sans KR"/>
              </a:defRPr>
            </a:lvl4pPr>
            <a:lvl5pPr algn="l">
              <a:defRPr sz="1313" b="0">
                <a:solidFill>
                  <a:srgbClr val="586368"/>
                </a:solidFill>
                <a:latin typeface="Noto Sans KR"/>
                <a:ea typeface="Noto Sans KR"/>
                <a:cs typeface="Noto Sans KR"/>
              </a:defRPr>
            </a:lvl5pPr>
            <a:lvl6pPr algn="l">
              <a:defRPr sz="1313" b="0">
                <a:solidFill>
                  <a:srgbClr val="586368"/>
                </a:solidFill>
                <a:latin typeface="Noto Sans KR"/>
                <a:ea typeface="Noto Sans KR"/>
                <a:cs typeface="Noto Sans KR"/>
              </a:defRPr>
            </a:lvl6pPr>
            <a:lvl7pPr algn="l">
              <a:defRPr sz="1313" b="0">
                <a:solidFill>
                  <a:srgbClr val="586368"/>
                </a:solidFill>
                <a:latin typeface="Noto Sans KR"/>
                <a:ea typeface="Noto Sans KR"/>
                <a:cs typeface="Noto Sans KR"/>
              </a:defRPr>
            </a:lvl7pPr>
            <a:lvl8pPr algn="l">
              <a:defRPr sz="1313" b="0">
                <a:solidFill>
                  <a:srgbClr val="586368"/>
                </a:solidFill>
                <a:latin typeface="Noto Sans KR"/>
                <a:ea typeface="Noto Sans KR"/>
                <a:cs typeface="Noto Sans KR"/>
              </a:defRPr>
            </a:lvl8pPr>
            <a:lvl9pPr algn="l">
              <a:defRPr sz="1313" b="0">
                <a:solidFill>
                  <a:srgbClr val="586368"/>
                </a:solidFill>
                <a:latin typeface="Noto Sans KR"/>
                <a:ea typeface="Noto Sans KR"/>
                <a:cs typeface="Noto Sans KR"/>
              </a:defRPr>
            </a:lvl9pPr>
          </a:lstStyle>
          <a:p xmlns:a="http://schemas.openxmlformats.org/drawingml/2006/main">
            <a:pPr algn="l">
              <a:lnSpc>
                <a:spcPct val="118000"/>
              </a:lnSpc>
              <a:buNone/>
              <a:defRPr sz="1313" b="0">
                <a:solidFill>
                  <a:srgbClr val="586368"/>
                </a:solidFill>
                <a:latin typeface="Noto Sans KR"/>
                <a:ea typeface="Noto Sans KR"/>
                <a:cs typeface="Noto Sans KR"/>
              </a:defRPr>
            </a:pPr>
            <a:r>
              <a:rPr sz="1313" b="0">
                <a:solidFill>
                  <a:srgbClr val="586368"/>
                </a:solidFill>
                <a:latin typeface="Noto Sans KR"/>
                <a:ea typeface="Noto Sans KR"/>
                <a:cs typeface="Noto Sans KR"/>
              </a:rPr>
              <a:t>같은 가구·요일·시간대의 사용 패턴을 비교</a:t>
            </a:r>
          </a:p>
        </p:txBody>
      </p:sp>
      <p:sp>
        <p:nvSpPr>
          <p:cNvPr id="17" name="text">
            <a:extLst xmlns:a="http://schemas.openxmlformats.org/drawingml/2006/main">
              <a:ext uri="{FF2B5EF4-FFF2-40B4-BE49-F238E27FC236}">
                <a16:creationId xmlns:a16="http://schemas.microsoft.com/office/drawing/2014/main" id="{C079FD73-91FE-4353-B063-D7EED87A9AEE}"/>
              </a:ext>
            </a:extLst>
          </p:cNvPr>
          <p:cNvSpPr>
            <a:spLocks xmlns:a="http://schemas.openxmlformats.org/drawingml/2006/main" noGrp="1"/>
          </p:cNvSpPr>
          <p:nvPr/>
        </p:nvSpPr>
        <p:spPr>
          <a:xfrm xmlns:a="http://schemas.openxmlformats.org/drawingml/2006/main">
            <a:off x="7239000" y="3114675"/>
            <a:ext cx="381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77E"/>
                </a:solidFill>
                <a:latin typeface="Noto Sans KR"/>
                <a:ea typeface="Noto Sans KR"/>
                <a:cs typeface="Noto Sans KR"/>
              </a:defRPr>
            </a:defPPr>
            <a:lvl1pPr algn="l">
              <a:defRPr sz="1500" b="1">
                <a:solidFill>
                  <a:srgbClr val="00877E"/>
                </a:solidFill>
                <a:latin typeface="Noto Sans KR"/>
                <a:ea typeface="Noto Sans KR"/>
                <a:cs typeface="Noto Sans KR"/>
              </a:defRPr>
            </a:lvl1pPr>
            <a:lvl2pPr algn="l">
              <a:defRPr sz="1500" b="1">
                <a:solidFill>
                  <a:srgbClr val="00877E"/>
                </a:solidFill>
                <a:latin typeface="Noto Sans KR"/>
                <a:ea typeface="Noto Sans KR"/>
                <a:cs typeface="Noto Sans KR"/>
              </a:defRPr>
            </a:lvl2pPr>
            <a:lvl3pPr algn="l">
              <a:defRPr sz="1500" b="1">
                <a:solidFill>
                  <a:srgbClr val="00877E"/>
                </a:solidFill>
                <a:latin typeface="Noto Sans KR"/>
                <a:ea typeface="Noto Sans KR"/>
                <a:cs typeface="Noto Sans KR"/>
              </a:defRPr>
            </a:lvl3pPr>
            <a:lvl4pPr algn="l">
              <a:defRPr sz="1500" b="1">
                <a:solidFill>
                  <a:srgbClr val="00877E"/>
                </a:solidFill>
                <a:latin typeface="Noto Sans KR"/>
                <a:ea typeface="Noto Sans KR"/>
                <a:cs typeface="Noto Sans KR"/>
              </a:defRPr>
            </a:lvl4pPr>
            <a:lvl5pPr algn="l">
              <a:defRPr sz="1500" b="1">
                <a:solidFill>
                  <a:srgbClr val="00877E"/>
                </a:solidFill>
                <a:latin typeface="Noto Sans KR"/>
                <a:ea typeface="Noto Sans KR"/>
                <a:cs typeface="Noto Sans KR"/>
              </a:defRPr>
            </a:lvl5pPr>
            <a:lvl6pPr algn="l">
              <a:defRPr sz="1500" b="1">
                <a:solidFill>
                  <a:srgbClr val="00877E"/>
                </a:solidFill>
                <a:latin typeface="Noto Sans KR"/>
                <a:ea typeface="Noto Sans KR"/>
                <a:cs typeface="Noto Sans KR"/>
              </a:defRPr>
            </a:lvl6pPr>
            <a:lvl7pPr algn="l">
              <a:defRPr sz="1500" b="1">
                <a:solidFill>
                  <a:srgbClr val="00877E"/>
                </a:solidFill>
                <a:latin typeface="Noto Sans KR"/>
                <a:ea typeface="Noto Sans KR"/>
                <a:cs typeface="Noto Sans KR"/>
              </a:defRPr>
            </a:lvl7pPr>
            <a:lvl8pPr algn="l">
              <a:defRPr sz="1500" b="1">
                <a:solidFill>
                  <a:srgbClr val="00877E"/>
                </a:solidFill>
                <a:latin typeface="Noto Sans KR"/>
                <a:ea typeface="Noto Sans KR"/>
                <a:cs typeface="Noto Sans KR"/>
              </a:defRPr>
            </a:lvl8pPr>
            <a:lvl9pPr algn="l">
              <a:defRPr sz="1500" b="1">
                <a:solidFill>
                  <a:srgbClr val="00877E"/>
                </a:solidFill>
                <a:latin typeface="Noto Sans KR"/>
                <a:ea typeface="Noto Sans KR"/>
                <a:cs typeface="Noto Sans KR"/>
              </a:defRPr>
            </a:lvl9pPr>
          </a:lstStyle>
          <a:p xmlns:a="http://schemas.openxmlformats.org/drawingml/2006/main">
            <a:pPr algn="l">
              <a:lnSpc>
                <a:spcPct val="118000"/>
              </a:lnSpc>
              <a:buNone/>
              <a:defRPr sz="1500" b="1">
                <a:solidFill>
                  <a:srgbClr val="00877E"/>
                </a:solidFill>
                <a:latin typeface="Noto Sans KR"/>
                <a:ea typeface="Noto Sans KR"/>
                <a:cs typeface="Noto Sans KR"/>
              </a:defRPr>
            </a:pPr>
            <a:r>
              <a:rPr sz="1500" b="1">
                <a:solidFill>
                  <a:srgbClr val="00877E"/>
                </a:solidFill>
                <a:latin typeface="Noto Sans KR"/>
                <a:ea typeface="Noto Sans KR"/>
                <a:cs typeface="Noto Sans KR"/>
              </a:rPr>
              <a:t>02</a:t>
            </a:r>
          </a:p>
        </p:txBody>
      </p:sp>
      <p:sp>
        <p:nvSpPr>
          <p:cNvPr id="18" name="text">
            <a:extLst xmlns:a="http://schemas.openxmlformats.org/drawingml/2006/main">
              <a:ext uri="{FF2B5EF4-FFF2-40B4-BE49-F238E27FC236}">
                <a16:creationId xmlns:a16="http://schemas.microsoft.com/office/drawing/2014/main" id="{CE097F50-1868-403C-89D5-877664AA0BEE}"/>
              </a:ext>
            </a:extLst>
          </p:cNvPr>
          <p:cNvSpPr>
            <a:spLocks xmlns:a="http://schemas.openxmlformats.org/drawingml/2006/main" noGrp="1"/>
          </p:cNvSpPr>
          <p:nvPr/>
        </p:nvSpPr>
        <p:spPr>
          <a:xfrm xmlns:a="http://schemas.openxmlformats.org/drawingml/2006/main">
            <a:off x="7734300" y="3114675"/>
            <a:ext cx="5219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41719"/>
                </a:solidFill>
                <a:latin typeface="Noto Sans KR"/>
                <a:ea typeface="Noto Sans KR"/>
                <a:cs typeface="Noto Sans KR"/>
              </a:defRPr>
            </a:defPPr>
            <a:lvl1pPr algn="l">
              <a:defRPr sz="1575" b="1">
                <a:solidFill>
                  <a:srgbClr val="141719"/>
                </a:solidFill>
                <a:latin typeface="Noto Sans KR"/>
                <a:ea typeface="Noto Sans KR"/>
                <a:cs typeface="Noto Sans KR"/>
              </a:defRPr>
            </a:lvl1pPr>
            <a:lvl2pPr algn="l">
              <a:defRPr sz="1575" b="1">
                <a:solidFill>
                  <a:srgbClr val="141719"/>
                </a:solidFill>
                <a:latin typeface="Noto Sans KR"/>
                <a:ea typeface="Noto Sans KR"/>
                <a:cs typeface="Noto Sans KR"/>
              </a:defRPr>
            </a:lvl2pPr>
            <a:lvl3pPr algn="l">
              <a:defRPr sz="1575" b="1">
                <a:solidFill>
                  <a:srgbClr val="141719"/>
                </a:solidFill>
                <a:latin typeface="Noto Sans KR"/>
                <a:ea typeface="Noto Sans KR"/>
                <a:cs typeface="Noto Sans KR"/>
              </a:defRPr>
            </a:lvl3pPr>
            <a:lvl4pPr algn="l">
              <a:defRPr sz="1575" b="1">
                <a:solidFill>
                  <a:srgbClr val="141719"/>
                </a:solidFill>
                <a:latin typeface="Noto Sans KR"/>
                <a:ea typeface="Noto Sans KR"/>
                <a:cs typeface="Noto Sans KR"/>
              </a:defRPr>
            </a:lvl4pPr>
            <a:lvl5pPr algn="l">
              <a:defRPr sz="1575" b="1">
                <a:solidFill>
                  <a:srgbClr val="141719"/>
                </a:solidFill>
                <a:latin typeface="Noto Sans KR"/>
                <a:ea typeface="Noto Sans KR"/>
                <a:cs typeface="Noto Sans KR"/>
              </a:defRPr>
            </a:lvl5pPr>
            <a:lvl6pPr algn="l">
              <a:defRPr sz="1575" b="1">
                <a:solidFill>
                  <a:srgbClr val="141719"/>
                </a:solidFill>
                <a:latin typeface="Noto Sans KR"/>
                <a:ea typeface="Noto Sans KR"/>
                <a:cs typeface="Noto Sans KR"/>
              </a:defRPr>
            </a:lvl6pPr>
            <a:lvl7pPr algn="l">
              <a:defRPr sz="1575" b="1">
                <a:solidFill>
                  <a:srgbClr val="141719"/>
                </a:solidFill>
                <a:latin typeface="Noto Sans KR"/>
                <a:ea typeface="Noto Sans KR"/>
                <a:cs typeface="Noto Sans KR"/>
              </a:defRPr>
            </a:lvl7pPr>
            <a:lvl8pPr algn="l">
              <a:defRPr sz="1575" b="1">
                <a:solidFill>
                  <a:srgbClr val="141719"/>
                </a:solidFill>
                <a:latin typeface="Noto Sans KR"/>
                <a:ea typeface="Noto Sans KR"/>
                <a:cs typeface="Noto Sans KR"/>
              </a:defRPr>
            </a:lvl8pPr>
            <a:lvl9pPr algn="l">
              <a:defRPr sz="1575" b="1">
                <a:solidFill>
                  <a:srgbClr val="141719"/>
                </a:solidFill>
                <a:latin typeface="Noto Sans KR"/>
                <a:ea typeface="Noto Sans KR"/>
                <a:cs typeface="Noto Sans KR"/>
              </a:defRPr>
            </a:lvl9pPr>
          </a:lstStyle>
          <a:p xmlns:a="http://schemas.openxmlformats.org/drawingml/2006/main">
            <a:pPr algn="l">
              <a:lnSpc>
                <a:spcPct val="118000"/>
              </a:lnSpc>
              <a:buNone/>
              <a:defRPr sz="1575" b="1">
                <a:solidFill>
                  <a:srgbClr val="141719"/>
                </a:solidFill>
                <a:latin typeface="Noto Sans KR"/>
                <a:ea typeface="Noto Sans KR"/>
                <a:cs typeface="Noto Sans KR"/>
              </a:defRPr>
            </a:pPr>
            <a:r>
              <a:rPr sz="1575" b="1">
                <a:solidFill>
                  <a:srgbClr val="141719"/>
                </a:solidFill>
                <a:latin typeface="Noto Sans KR"/>
                <a:ea typeface="Noto Sans KR"/>
                <a:cs typeface="Noto Sans KR"/>
              </a:rPr>
              <a:t>평소 사용 범위 안의 경보를 보정</a:t>
            </a:r>
          </a:p>
        </p:txBody>
      </p:sp>
      <p:sp>
        <p:nvSpPr>
          <p:cNvPr id="19" name="text">
            <a:extLst xmlns:a="http://schemas.openxmlformats.org/drawingml/2006/main">
              <a:ext uri="{FF2B5EF4-FFF2-40B4-BE49-F238E27FC236}">
                <a16:creationId xmlns:a16="http://schemas.microsoft.com/office/drawing/2014/main" id="{015DFE11-6D1B-4ADE-89F8-FF1840534858}"/>
              </a:ext>
            </a:extLst>
          </p:cNvPr>
          <p:cNvSpPr>
            <a:spLocks xmlns:a="http://schemas.openxmlformats.org/drawingml/2006/main" noGrp="1"/>
          </p:cNvSpPr>
          <p:nvPr/>
        </p:nvSpPr>
        <p:spPr>
          <a:xfrm xmlns:a="http://schemas.openxmlformats.org/drawingml/2006/main">
            <a:off x="7734300" y="3438525"/>
            <a:ext cx="5219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13" b="0">
                <a:solidFill>
                  <a:srgbClr val="586368"/>
                </a:solidFill>
                <a:latin typeface="Noto Sans KR"/>
                <a:ea typeface="Noto Sans KR"/>
                <a:cs typeface="Noto Sans KR"/>
              </a:defRPr>
            </a:defPPr>
            <a:lvl1pPr algn="l">
              <a:defRPr sz="1313" b="0">
                <a:solidFill>
                  <a:srgbClr val="586368"/>
                </a:solidFill>
                <a:latin typeface="Noto Sans KR"/>
                <a:ea typeface="Noto Sans KR"/>
                <a:cs typeface="Noto Sans KR"/>
              </a:defRPr>
            </a:lvl1pPr>
            <a:lvl2pPr algn="l">
              <a:defRPr sz="1313" b="0">
                <a:solidFill>
                  <a:srgbClr val="586368"/>
                </a:solidFill>
                <a:latin typeface="Noto Sans KR"/>
                <a:ea typeface="Noto Sans KR"/>
                <a:cs typeface="Noto Sans KR"/>
              </a:defRPr>
            </a:lvl2pPr>
            <a:lvl3pPr algn="l">
              <a:defRPr sz="1313" b="0">
                <a:solidFill>
                  <a:srgbClr val="586368"/>
                </a:solidFill>
                <a:latin typeface="Noto Sans KR"/>
                <a:ea typeface="Noto Sans KR"/>
                <a:cs typeface="Noto Sans KR"/>
              </a:defRPr>
            </a:lvl3pPr>
            <a:lvl4pPr algn="l">
              <a:defRPr sz="1313" b="0">
                <a:solidFill>
                  <a:srgbClr val="586368"/>
                </a:solidFill>
                <a:latin typeface="Noto Sans KR"/>
                <a:ea typeface="Noto Sans KR"/>
                <a:cs typeface="Noto Sans KR"/>
              </a:defRPr>
            </a:lvl4pPr>
            <a:lvl5pPr algn="l">
              <a:defRPr sz="1313" b="0">
                <a:solidFill>
                  <a:srgbClr val="586368"/>
                </a:solidFill>
                <a:latin typeface="Noto Sans KR"/>
                <a:ea typeface="Noto Sans KR"/>
                <a:cs typeface="Noto Sans KR"/>
              </a:defRPr>
            </a:lvl5pPr>
            <a:lvl6pPr algn="l">
              <a:defRPr sz="1313" b="0">
                <a:solidFill>
                  <a:srgbClr val="586368"/>
                </a:solidFill>
                <a:latin typeface="Noto Sans KR"/>
                <a:ea typeface="Noto Sans KR"/>
                <a:cs typeface="Noto Sans KR"/>
              </a:defRPr>
            </a:lvl6pPr>
            <a:lvl7pPr algn="l">
              <a:defRPr sz="1313" b="0">
                <a:solidFill>
                  <a:srgbClr val="586368"/>
                </a:solidFill>
                <a:latin typeface="Noto Sans KR"/>
                <a:ea typeface="Noto Sans KR"/>
                <a:cs typeface="Noto Sans KR"/>
              </a:defRPr>
            </a:lvl7pPr>
            <a:lvl8pPr algn="l">
              <a:defRPr sz="1313" b="0">
                <a:solidFill>
                  <a:srgbClr val="586368"/>
                </a:solidFill>
                <a:latin typeface="Noto Sans KR"/>
                <a:ea typeface="Noto Sans KR"/>
                <a:cs typeface="Noto Sans KR"/>
              </a:defRPr>
            </a:lvl8pPr>
            <a:lvl9pPr algn="l">
              <a:defRPr sz="1313" b="0">
                <a:solidFill>
                  <a:srgbClr val="586368"/>
                </a:solidFill>
                <a:latin typeface="Noto Sans KR"/>
                <a:ea typeface="Noto Sans KR"/>
                <a:cs typeface="Noto Sans KR"/>
              </a:defRPr>
            </a:lvl9pPr>
          </a:lstStyle>
          <a:p xmlns:a="http://schemas.openxmlformats.org/drawingml/2006/main">
            <a:pPr algn="l">
              <a:lnSpc>
                <a:spcPct val="118000"/>
              </a:lnSpc>
              <a:buNone/>
              <a:defRPr sz="1313" b="0">
                <a:solidFill>
                  <a:srgbClr val="586368"/>
                </a:solidFill>
                <a:latin typeface="Noto Sans KR"/>
                <a:ea typeface="Noto Sans KR"/>
                <a:cs typeface="Noto Sans KR"/>
              </a:defRPr>
            </a:pPr>
            <a:r>
              <a:rPr sz="1313" b="0">
                <a:solidFill>
                  <a:srgbClr val="586368"/>
                </a:solidFill>
                <a:latin typeface="Noto Sans KR"/>
                <a:ea typeface="Noto Sans KR"/>
                <a:cs typeface="Noto Sans KR"/>
              </a:rPr>
              <a:t>관측 품질을 충족하고 IF·AE가 모두 정상일 때 적용</a:t>
            </a:r>
          </a:p>
        </p:txBody>
      </p:sp>
      <p:sp>
        <p:nvSpPr>
          <p:cNvPr id="20" name="text">
            <a:extLst xmlns:a="http://schemas.openxmlformats.org/drawingml/2006/main">
              <a:ext uri="{FF2B5EF4-FFF2-40B4-BE49-F238E27FC236}">
                <a16:creationId xmlns:a16="http://schemas.microsoft.com/office/drawing/2014/main" id="{74E749E4-5B79-4D98-A22E-D7D26E361345}"/>
              </a:ext>
            </a:extLst>
          </p:cNvPr>
          <p:cNvSpPr>
            <a:spLocks xmlns:a="http://schemas.openxmlformats.org/drawingml/2006/main" noGrp="1"/>
          </p:cNvSpPr>
          <p:nvPr/>
        </p:nvSpPr>
        <p:spPr>
          <a:xfrm xmlns:a="http://schemas.openxmlformats.org/drawingml/2006/main">
            <a:off x="7239000" y="3857625"/>
            <a:ext cx="381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877E"/>
                </a:solidFill>
                <a:latin typeface="Noto Sans KR"/>
                <a:ea typeface="Noto Sans KR"/>
                <a:cs typeface="Noto Sans KR"/>
              </a:defRPr>
            </a:defPPr>
            <a:lvl1pPr algn="l">
              <a:defRPr sz="1500" b="1">
                <a:solidFill>
                  <a:srgbClr val="00877E"/>
                </a:solidFill>
                <a:latin typeface="Noto Sans KR"/>
                <a:ea typeface="Noto Sans KR"/>
                <a:cs typeface="Noto Sans KR"/>
              </a:defRPr>
            </a:lvl1pPr>
            <a:lvl2pPr algn="l">
              <a:defRPr sz="1500" b="1">
                <a:solidFill>
                  <a:srgbClr val="00877E"/>
                </a:solidFill>
                <a:latin typeface="Noto Sans KR"/>
                <a:ea typeface="Noto Sans KR"/>
                <a:cs typeface="Noto Sans KR"/>
              </a:defRPr>
            </a:lvl2pPr>
            <a:lvl3pPr algn="l">
              <a:defRPr sz="1500" b="1">
                <a:solidFill>
                  <a:srgbClr val="00877E"/>
                </a:solidFill>
                <a:latin typeface="Noto Sans KR"/>
                <a:ea typeface="Noto Sans KR"/>
                <a:cs typeface="Noto Sans KR"/>
              </a:defRPr>
            </a:lvl3pPr>
            <a:lvl4pPr algn="l">
              <a:defRPr sz="1500" b="1">
                <a:solidFill>
                  <a:srgbClr val="00877E"/>
                </a:solidFill>
                <a:latin typeface="Noto Sans KR"/>
                <a:ea typeface="Noto Sans KR"/>
                <a:cs typeface="Noto Sans KR"/>
              </a:defRPr>
            </a:lvl4pPr>
            <a:lvl5pPr algn="l">
              <a:defRPr sz="1500" b="1">
                <a:solidFill>
                  <a:srgbClr val="00877E"/>
                </a:solidFill>
                <a:latin typeface="Noto Sans KR"/>
                <a:ea typeface="Noto Sans KR"/>
                <a:cs typeface="Noto Sans KR"/>
              </a:defRPr>
            </a:lvl5pPr>
            <a:lvl6pPr algn="l">
              <a:defRPr sz="1500" b="1">
                <a:solidFill>
                  <a:srgbClr val="00877E"/>
                </a:solidFill>
                <a:latin typeface="Noto Sans KR"/>
                <a:ea typeface="Noto Sans KR"/>
                <a:cs typeface="Noto Sans KR"/>
              </a:defRPr>
            </a:lvl6pPr>
            <a:lvl7pPr algn="l">
              <a:defRPr sz="1500" b="1">
                <a:solidFill>
                  <a:srgbClr val="00877E"/>
                </a:solidFill>
                <a:latin typeface="Noto Sans KR"/>
                <a:ea typeface="Noto Sans KR"/>
                <a:cs typeface="Noto Sans KR"/>
              </a:defRPr>
            </a:lvl7pPr>
            <a:lvl8pPr algn="l">
              <a:defRPr sz="1500" b="1">
                <a:solidFill>
                  <a:srgbClr val="00877E"/>
                </a:solidFill>
                <a:latin typeface="Noto Sans KR"/>
                <a:ea typeface="Noto Sans KR"/>
                <a:cs typeface="Noto Sans KR"/>
              </a:defRPr>
            </a:lvl8pPr>
            <a:lvl9pPr algn="l">
              <a:defRPr sz="1500" b="1">
                <a:solidFill>
                  <a:srgbClr val="00877E"/>
                </a:solidFill>
                <a:latin typeface="Noto Sans KR"/>
                <a:ea typeface="Noto Sans KR"/>
                <a:cs typeface="Noto Sans KR"/>
              </a:defRPr>
            </a:lvl9pPr>
          </a:lstStyle>
          <a:p xmlns:a="http://schemas.openxmlformats.org/drawingml/2006/main">
            <a:pPr algn="l">
              <a:lnSpc>
                <a:spcPct val="118000"/>
              </a:lnSpc>
              <a:buNone/>
              <a:defRPr sz="1500" b="1">
                <a:solidFill>
                  <a:srgbClr val="00877E"/>
                </a:solidFill>
                <a:latin typeface="Noto Sans KR"/>
                <a:ea typeface="Noto Sans KR"/>
                <a:cs typeface="Noto Sans KR"/>
              </a:defRPr>
            </a:pPr>
            <a:r>
              <a:rPr sz="1500" b="1">
                <a:solidFill>
                  <a:srgbClr val="00877E"/>
                </a:solidFill>
                <a:latin typeface="Noto Sans KR"/>
                <a:ea typeface="Noto Sans KR"/>
                <a:cs typeface="Noto Sans KR"/>
              </a:rPr>
              <a:t>03</a:t>
            </a:r>
          </a:p>
        </p:txBody>
      </p:sp>
      <p:sp>
        <p:nvSpPr>
          <p:cNvPr id="21" name="text">
            <a:extLst xmlns:a="http://schemas.openxmlformats.org/drawingml/2006/main">
              <a:ext uri="{FF2B5EF4-FFF2-40B4-BE49-F238E27FC236}">
                <a16:creationId xmlns:a16="http://schemas.microsoft.com/office/drawing/2014/main" id="{C9BAA81D-3531-4C4D-BACD-509C02A0A378}"/>
              </a:ext>
            </a:extLst>
          </p:cNvPr>
          <p:cNvSpPr>
            <a:spLocks xmlns:a="http://schemas.openxmlformats.org/drawingml/2006/main" noGrp="1"/>
          </p:cNvSpPr>
          <p:nvPr/>
        </p:nvSpPr>
        <p:spPr>
          <a:xfrm xmlns:a="http://schemas.openxmlformats.org/drawingml/2006/main">
            <a:off x="7734300" y="3857625"/>
            <a:ext cx="5219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41719"/>
                </a:solidFill>
                <a:latin typeface="Noto Sans KR"/>
                <a:ea typeface="Noto Sans KR"/>
                <a:cs typeface="Noto Sans KR"/>
              </a:defRPr>
            </a:defPPr>
            <a:lvl1pPr algn="l">
              <a:defRPr sz="1575" b="1">
                <a:solidFill>
                  <a:srgbClr val="141719"/>
                </a:solidFill>
                <a:latin typeface="Noto Sans KR"/>
                <a:ea typeface="Noto Sans KR"/>
                <a:cs typeface="Noto Sans KR"/>
              </a:defRPr>
            </a:lvl1pPr>
            <a:lvl2pPr algn="l">
              <a:defRPr sz="1575" b="1">
                <a:solidFill>
                  <a:srgbClr val="141719"/>
                </a:solidFill>
                <a:latin typeface="Noto Sans KR"/>
                <a:ea typeface="Noto Sans KR"/>
                <a:cs typeface="Noto Sans KR"/>
              </a:defRPr>
            </a:lvl2pPr>
            <a:lvl3pPr algn="l">
              <a:defRPr sz="1575" b="1">
                <a:solidFill>
                  <a:srgbClr val="141719"/>
                </a:solidFill>
                <a:latin typeface="Noto Sans KR"/>
                <a:ea typeface="Noto Sans KR"/>
                <a:cs typeface="Noto Sans KR"/>
              </a:defRPr>
            </a:lvl3pPr>
            <a:lvl4pPr algn="l">
              <a:defRPr sz="1575" b="1">
                <a:solidFill>
                  <a:srgbClr val="141719"/>
                </a:solidFill>
                <a:latin typeface="Noto Sans KR"/>
                <a:ea typeface="Noto Sans KR"/>
                <a:cs typeface="Noto Sans KR"/>
              </a:defRPr>
            </a:lvl4pPr>
            <a:lvl5pPr algn="l">
              <a:defRPr sz="1575" b="1">
                <a:solidFill>
                  <a:srgbClr val="141719"/>
                </a:solidFill>
                <a:latin typeface="Noto Sans KR"/>
                <a:ea typeface="Noto Sans KR"/>
                <a:cs typeface="Noto Sans KR"/>
              </a:defRPr>
            </a:lvl5pPr>
            <a:lvl6pPr algn="l">
              <a:defRPr sz="1575" b="1">
                <a:solidFill>
                  <a:srgbClr val="141719"/>
                </a:solidFill>
                <a:latin typeface="Noto Sans KR"/>
                <a:ea typeface="Noto Sans KR"/>
                <a:cs typeface="Noto Sans KR"/>
              </a:defRPr>
            </a:lvl6pPr>
            <a:lvl7pPr algn="l">
              <a:defRPr sz="1575" b="1">
                <a:solidFill>
                  <a:srgbClr val="141719"/>
                </a:solidFill>
                <a:latin typeface="Noto Sans KR"/>
                <a:ea typeface="Noto Sans KR"/>
                <a:cs typeface="Noto Sans KR"/>
              </a:defRPr>
            </a:lvl7pPr>
            <a:lvl8pPr algn="l">
              <a:defRPr sz="1575" b="1">
                <a:solidFill>
                  <a:srgbClr val="141719"/>
                </a:solidFill>
                <a:latin typeface="Noto Sans KR"/>
                <a:ea typeface="Noto Sans KR"/>
                <a:cs typeface="Noto Sans KR"/>
              </a:defRPr>
            </a:lvl8pPr>
            <a:lvl9pPr algn="l">
              <a:defRPr sz="1575" b="1">
                <a:solidFill>
                  <a:srgbClr val="141719"/>
                </a:solidFill>
                <a:latin typeface="Noto Sans KR"/>
                <a:ea typeface="Noto Sans KR"/>
                <a:cs typeface="Noto Sans KR"/>
              </a:defRPr>
            </a:lvl9pPr>
          </a:lstStyle>
          <a:p xmlns:a="http://schemas.openxmlformats.org/drawingml/2006/main">
            <a:pPr algn="l">
              <a:lnSpc>
                <a:spcPct val="118000"/>
              </a:lnSpc>
              <a:buNone/>
              <a:defRPr sz="1575" b="1">
                <a:solidFill>
                  <a:srgbClr val="141719"/>
                </a:solidFill>
                <a:latin typeface="Noto Sans KR"/>
                <a:ea typeface="Noto Sans KR"/>
                <a:cs typeface="Noto Sans KR"/>
              </a:defRPr>
            </a:pPr>
            <a:r>
              <a:rPr sz="1575" b="1">
                <a:solidFill>
                  <a:srgbClr val="141719"/>
                </a:solidFill>
                <a:latin typeface="Noto Sans KR"/>
                <a:ea typeface="Noto Sans KR"/>
                <a:cs typeface="Noto Sans KR"/>
              </a:rPr>
              <a:t>보호 규칙과 고밀도 반복 경보 유지</a:t>
            </a:r>
          </a:p>
        </p:txBody>
      </p:sp>
      <p:sp>
        <p:nvSpPr>
          <p:cNvPr id="22" name="text">
            <a:extLst xmlns:a="http://schemas.openxmlformats.org/drawingml/2006/main">
              <a:ext uri="{FF2B5EF4-FFF2-40B4-BE49-F238E27FC236}">
                <a16:creationId xmlns:a16="http://schemas.microsoft.com/office/drawing/2014/main" id="{E7A99586-D895-46DD-AB14-C7853928E7FD}"/>
              </a:ext>
            </a:extLst>
          </p:cNvPr>
          <p:cNvSpPr>
            <a:spLocks xmlns:a="http://schemas.openxmlformats.org/drawingml/2006/main" noGrp="1"/>
          </p:cNvSpPr>
          <p:nvPr/>
        </p:nvSpPr>
        <p:spPr>
          <a:xfrm xmlns:a="http://schemas.openxmlformats.org/drawingml/2006/main">
            <a:off x="7734300" y="4181475"/>
            <a:ext cx="5219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13" b="0">
                <a:solidFill>
                  <a:srgbClr val="586368"/>
                </a:solidFill>
                <a:latin typeface="Noto Sans KR"/>
                <a:ea typeface="Noto Sans KR"/>
                <a:cs typeface="Noto Sans KR"/>
              </a:defRPr>
            </a:defPPr>
            <a:lvl1pPr algn="l">
              <a:defRPr sz="1313" b="0">
                <a:solidFill>
                  <a:srgbClr val="586368"/>
                </a:solidFill>
                <a:latin typeface="Noto Sans KR"/>
                <a:ea typeface="Noto Sans KR"/>
                <a:cs typeface="Noto Sans KR"/>
              </a:defRPr>
            </a:lvl1pPr>
            <a:lvl2pPr algn="l">
              <a:defRPr sz="1313" b="0">
                <a:solidFill>
                  <a:srgbClr val="586368"/>
                </a:solidFill>
                <a:latin typeface="Noto Sans KR"/>
                <a:ea typeface="Noto Sans KR"/>
                <a:cs typeface="Noto Sans KR"/>
              </a:defRPr>
            </a:lvl2pPr>
            <a:lvl3pPr algn="l">
              <a:defRPr sz="1313" b="0">
                <a:solidFill>
                  <a:srgbClr val="586368"/>
                </a:solidFill>
                <a:latin typeface="Noto Sans KR"/>
                <a:ea typeface="Noto Sans KR"/>
                <a:cs typeface="Noto Sans KR"/>
              </a:defRPr>
            </a:lvl3pPr>
            <a:lvl4pPr algn="l">
              <a:defRPr sz="1313" b="0">
                <a:solidFill>
                  <a:srgbClr val="586368"/>
                </a:solidFill>
                <a:latin typeface="Noto Sans KR"/>
                <a:ea typeface="Noto Sans KR"/>
                <a:cs typeface="Noto Sans KR"/>
              </a:defRPr>
            </a:lvl4pPr>
            <a:lvl5pPr algn="l">
              <a:defRPr sz="1313" b="0">
                <a:solidFill>
                  <a:srgbClr val="586368"/>
                </a:solidFill>
                <a:latin typeface="Noto Sans KR"/>
                <a:ea typeface="Noto Sans KR"/>
                <a:cs typeface="Noto Sans KR"/>
              </a:defRPr>
            </a:lvl5pPr>
            <a:lvl6pPr algn="l">
              <a:defRPr sz="1313" b="0">
                <a:solidFill>
                  <a:srgbClr val="586368"/>
                </a:solidFill>
                <a:latin typeface="Noto Sans KR"/>
                <a:ea typeface="Noto Sans KR"/>
                <a:cs typeface="Noto Sans KR"/>
              </a:defRPr>
            </a:lvl6pPr>
            <a:lvl7pPr algn="l">
              <a:defRPr sz="1313" b="0">
                <a:solidFill>
                  <a:srgbClr val="586368"/>
                </a:solidFill>
                <a:latin typeface="Noto Sans KR"/>
                <a:ea typeface="Noto Sans KR"/>
                <a:cs typeface="Noto Sans KR"/>
              </a:defRPr>
            </a:lvl7pPr>
            <a:lvl8pPr algn="l">
              <a:defRPr sz="1313" b="0">
                <a:solidFill>
                  <a:srgbClr val="586368"/>
                </a:solidFill>
                <a:latin typeface="Noto Sans KR"/>
                <a:ea typeface="Noto Sans KR"/>
                <a:cs typeface="Noto Sans KR"/>
              </a:defRPr>
            </a:lvl8pPr>
            <a:lvl9pPr algn="l">
              <a:defRPr sz="1313" b="0">
                <a:solidFill>
                  <a:srgbClr val="586368"/>
                </a:solidFill>
                <a:latin typeface="Noto Sans KR"/>
                <a:ea typeface="Noto Sans KR"/>
                <a:cs typeface="Noto Sans KR"/>
              </a:defRPr>
            </a:lvl9pPr>
          </a:lstStyle>
          <a:p xmlns:a="http://schemas.openxmlformats.org/drawingml/2006/main">
            <a:pPr algn="l">
              <a:lnSpc>
                <a:spcPct val="118000"/>
              </a:lnSpc>
              <a:buNone/>
              <a:defRPr sz="1313" b="0">
                <a:solidFill>
                  <a:srgbClr val="586368"/>
                </a:solidFill>
                <a:latin typeface="Noto Sans KR"/>
                <a:ea typeface="Noto Sans KR"/>
                <a:cs typeface="Noto Sans KR"/>
              </a:defRPr>
            </a:pPr>
            <a:r>
              <a:rPr sz="1313" b="0">
                <a:solidFill>
                  <a:srgbClr val="586368"/>
                </a:solidFill>
                <a:latin typeface="Noto Sans KR"/>
                <a:ea typeface="Noto Sans KR"/>
                <a:cs typeface="Noto Sans KR"/>
              </a:rPr>
              <a:t>도어락·가열 반복은 루틴 보정으로 낮추지 않음</a:t>
            </a:r>
          </a:p>
        </p:txBody>
      </p:sp>
      <p:sp>
        <p:nvSpPr>
          <p:cNvPr id="23" name="text">
            <a:extLst xmlns:a="http://schemas.openxmlformats.org/drawingml/2006/main">
              <a:ext uri="{FF2B5EF4-FFF2-40B4-BE49-F238E27FC236}">
                <a16:creationId xmlns:a16="http://schemas.microsoft.com/office/drawing/2014/main" id="{04681FFE-DB5F-44B6-A371-79801D9890B7}"/>
              </a:ext>
            </a:extLst>
          </p:cNvPr>
          <p:cNvSpPr>
            <a:spLocks xmlns:a="http://schemas.openxmlformats.org/drawingml/2006/main" noGrp="1"/>
          </p:cNvSpPr>
          <p:nvPr/>
        </p:nvSpPr>
        <p:spPr>
          <a:xfrm xmlns:a="http://schemas.openxmlformats.org/drawingml/2006/main">
            <a:off x="7239000" y="46767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586368"/>
                </a:solidFill>
                <a:latin typeface="Noto Sans KR"/>
                <a:ea typeface="Noto Sans KR"/>
                <a:cs typeface="Noto Sans KR"/>
              </a:defRPr>
            </a:defPPr>
            <a:lvl1pPr algn="l">
              <a:defRPr sz="1163" b="0">
                <a:solidFill>
                  <a:srgbClr val="586368"/>
                </a:solidFill>
                <a:latin typeface="Noto Sans KR"/>
                <a:ea typeface="Noto Sans KR"/>
                <a:cs typeface="Noto Sans KR"/>
              </a:defRPr>
            </a:lvl1pPr>
            <a:lvl2pPr algn="l">
              <a:defRPr sz="1163" b="0">
                <a:solidFill>
                  <a:srgbClr val="586368"/>
                </a:solidFill>
                <a:latin typeface="Noto Sans KR"/>
                <a:ea typeface="Noto Sans KR"/>
                <a:cs typeface="Noto Sans KR"/>
              </a:defRPr>
            </a:lvl2pPr>
            <a:lvl3pPr algn="l">
              <a:defRPr sz="1163" b="0">
                <a:solidFill>
                  <a:srgbClr val="586368"/>
                </a:solidFill>
                <a:latin typeface="Noto Sans KR"/>
                <a:ea typeface="Noto Sans KR"/>
                <a:cs typeface="Noto Sans KR"/>
              </a:defRPr>
            </a:lvl3pPr>
            <a:lvl4pPr algn="l">
              <a:defRPr sz="1163" b="0">
                <a:solidFill>
                  <a:srgbClr val="586368"/>
                </a:solidFill>
                <a:latin typeface="Noto Sans KR"/>
                <a:ea typeface="Noto Sans KR"/>
                <a:cs typeface="Noto Sans KR"/>
              </a:defRPr>
            </a:lvl4pPr>
            <a:lvl5pPr algn="l">
              <a:defRPr sz="1163" b="0">
                <a:solidFill>
                  <a:srgbClr val="586368"/>
                </a:solidFill>
                <a:latin typeface="Noto Sans KR"/>
                <a:ea typeface="Noto Sans KR"/>
                <a:cs typeface="Noto Sans KR"/>
              </a:defRPr>
            </a:lvl5pPr>
            <a:lvl6pPr algn="l">
              <a:defRPr sz="1163" b="0">
                <a:solidFill>
                  <a:srgbClr val="586368"/>
                </a:solidFill>
                <a:latin typeface="Noto Sans KR"/>
                <a:ea typeface="Noto Sans KR"/>
                <a:cs typeface="Noto Sans KR"/>
              </a:defRPr>
            </a:lvl6pPr>
            <a:lvl7pPr algn="l">
              <a:defRPr sz="1163" b="0">
                <a:solidFill>
                  <a:srgbClr val="586368"/>
                </a:solidFill>
                <a:latin typeface="Noto Sans KR"/>
                <a:ea typeface="Noto Sans KR"/>
                <a:cs typeface="Noto Sans KR"/>
              </a:defRPr>
            </a:lvl7pPr>
            <a:lvl8pPr algn="l">
              <a:defRPr sz="1163" b="0">
                <a:solidFill>
                  <a:srgbClr val="586368"/>
                </a:solidFill>
                <a:latin typeface="Noto Sans KR"/>
                <a:ea typeface="Noto Sans KR"/>
                <a:cs typeface="Noto Sans KR"/>
              </a:defRPr>
            </a:lvl8pPr>
            <a:lvl9pPr algn="l">
              <a:defRPr sz="1163" b="0">
                <a:solidFill>
                  <a:srgbClr val="586368"/>
                </a:solidFill>
                <a:latin typeface="Noto Sans KR"/>
                <a:ea typeface="Noto Sans KR"/>
                <a:cs typeface="Noto Sans KR"/>
              </a:defRPr>
            </a:lvl9pPr>
          </a:lstStyle>
          <a:p xmlns:a="http://schemas.openxmlformats.org/drawingml/2006/main">
            <a:pPr algn="l">
              <a:lnSpc>
                <a:spcPct val="118000"/>
              </a:lnSpc>
              <a:buNone/>
              <a:defRPr sz="1163" b="0">
                <a:solidFill>
                  <a:srgbClr val="586368"/>
                </a:solidFill>
                <a:latin typeface="Noto Sans KR"/>
                <a:ea typeface="Noto Sans KR"/>
                <a:cs typeface="Noto Sans KR"/>
              </a:defRPr>
            </a:pPr>
            <a:r>
              <a:rPr sz="1163" b="0">
                <a:solidFill>
                  <a:srgbClr val="586368"/>
                </a:solidFill>
                <a:latin typeface="Noto Sans KR"/>
                <a:ea typeface="Noto Sans KR"/>
                <a:cs typeface="Noto Sans KR"/>
              </a:rPr>
              <a:t>hybrid 정책에서 적용 · 주기 재학습은 기본 비활성</a:t>
            </a:r>
          </a:p>
        </p:txBody>
      </p:sp>
      <p:sp>
        <p:nvSpPr>
          <p:cNvPr id="24" name="">
            <a:extLst xmlns:a="http://schemas.openxmlformats.org/drawingml/2006/main">
              <a:ext uri="{FF2B5EF4-FFF2-40B4-BE49-F238E27FC236}">
                <a16:creationId xmlns:a16="http://schemas.microsoft.com/office/drawing/2014/main" id="{DF782057-A811-4043-8F5B-8CA8F173FB27}"/>
              </a:ext>
            </a:extLst>
          </p:cNvPr>
          <p:cNvSpPr>
            <a:spLocks xmlns:a="http://schemas.openxmlformats.org/drawingml/2006/main" noGrp="1"/>
          </p:cNvSpPr>
          <p:nvPr/>
        </p:nvSpPr>
        <p:spPr>
          <a:xfrm xmlns:a="http://schemas.openxmlformats.org/drawingml/2006/main">
            <a:off x="762000" y="5048250"/>
            <a:ext cx="12192000" cy="0"/>
          </a:xfrm>
          <a:prstGeom xmlns:a="http://schemas.openxmlformats.org/drawingml/2006/main" prst="line">
            <a:avLst/>
          </a:prstGeom>
          <a:noFill xmlns:a="http://schemas.openxmlformats.org/drawingml/2006/main"/>
          <a:ln xmlns:a="http://schemas.openxmlformats.org/drawingml/2006/main" w="9525">
            <a:solidFill>
              <a:srgbClr val="D6DEE0"/>
            </a:solidFill>
            <a:prstDash val="solid"/>
          </a:ln>
        </p:spPr>
      </p:sp>
      <p:sp>
        <p:nvSpPr>
          <p:cNvPr id="25" name="text">
            <a:extLst xmlns:a="http://schemas.openxmlformats.org/drawingml/2006/main">
              <a:ext uri="{FF2B5EF4-FFF2-40B4-BE49-F238E27FC236}">
                <a16:creationId xmlns:a16="http://schemas.microsoft.com/office/drawing/2014/main" id="{BBA7C7C1-582F-4FCA-BABE-DCE88133D0CD}"/>
              </a:ext>
            </a:extLst>
          </p:cNvPr>
          <p:cNvSpPr>
            <a:spLocks xmlns:a="http://schemas.openxmlformats.org/drawingml/2006/main" noGrp="1"/>
          </p:cNvSpPr>
          <p:nvPr/>
        </p:nvSpPr>
        <p:spPr>
          <a:xfrm xmlns:a="http://schemas.openxmlformats.org/drawingml/2006/main">
            <a:off x="762000" y="5248275"/>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41719"/>
                </a:solidFill>
                <a:latin typeface="Noto Sans KR"/>
                <a:ea typeface="Noto Sans KR"/>
                <a:cs typeface="Noto Sans KR"/>
              </a:defRPr>
            </a:defPPr>
            <a:lvl1pPr algn="l">
              <a:defRPr sz="1875" b="1">
                <a:solidFill>
                  <a:srgbClr val="141719"/>
                </a:solidFill>
                <a:latin typeface="Noto Sans KR"/>
                <a:ea typeface="Noto Sans KR"/>
                <a:cs typeface="Noto Sans KR"/>
              </a:defRPr>
            </a:lvl1pPr>
            <a:lvl2pPr algn="l">
              <a:defRPr sz="1875" b="1">
                <a:solidFill>
                  <a:srgbClr val="141719"/>
                </a:solidFill>
                <a:latin typeface="Noto Sans KR"/>
                <a:ea typeface="Noto Sans KR"/>
                <a:cs typeface="Noto Sans KR"/>
              </a:defRPr>
            </a:lvl2pPr>
            <a:lvl3pPr algn="l">
              <a:defRPr sz="1875" b="1">
                <a:solidFill>
                  <a:srgbClr val="141719"/>
                </a:solidFill>
                <a:latin typeface="Noto Sans KR"/>
                <a:ea typeface="Noto Sans KR"/>
                <a:cs typeface="Noto Sans KR"/>
              </a:defRPr>
            </a:lvl3pPr>
            <a:lvl4pPr algn="l">
              <a:defRPr sz="1875" b="1">
                <a:solidFill>
                  <a:srgbClr val="141719"/>
                </a:solidFill>
                <a:latin typeface="Noto Sans KR"/>
                <a:ea typeface="Noto Sans KR"/>
                <a:cs typeface="Noto Sans KR"/>
              </a:defRPr>
            </a:lvl4pPr>
            <a:lvl5pPr algn="l">
              <a:defRPr sz="1875" b="1">
                <a:solidFill>
                  <a:srgbClr val="141719"/>
                </a:solidFill>
                <a:latin typeface="Noto Sans KR"/>
                <a:ea typeface="Noto Sans KR"/>
                <a:cs typeface="Noto Sans KR"/>
              </a:defRPr>
            </a:lvl5pPr>
            <a:lvl6pPr algn="l">
              <a:defRPr sz="1875" b="1">
                <a:solidFill>
                  <a:srgbClr val="141719"/>
                </a:solidFill>
                <a:latin typeface="Noto Sans KR"/>
                <a:ea typeface="Noto Sans KR"/>
                <a:cs typeface="Noto Sans KR"/>
              </a:defRPr>
            </a:lvl6pPr>
            <a:lvl7pPr algn="l">
              <a:defRPr sz="1875" b="1">
                <a:solidFill>
                  <a:srgbClr val="141719"/>
                </a:solidFill>
                <a:latin typeface="Noto Sans KR"/>
                <a:ea typeface="Noto Sans KR"/>
                <a:cs typeface="Noto Sans KR"/>
              </a:defRPr>
            </a:lvl7pPr>
            <a:lvl8pPr algn="l">
              <a:defRPr sz="1875" b="1">
                <a:solidFill>
                  <a:srgbClr val="141719"/>
                </a:solidFill>
                <a:latin typeface="Noto Sans KR"/>
                <a:ea typeface="Noto Sans KR"/>
                <a:cs typeface="Noto Sans KR"/>
              </a:defRPr>
            </a:lvl8pPr>
            <a:lvl9pPr algn="l">
              <a:defRPr sz="1875" b="1">
                <a:solidFill>
                  <a:srgbClr val="141719"/>
                </a:solidFill>
                <a:latin typeface="Noto Sans KR"/>
                <a:ea typeface="Noto Sans KR"/>
                <a:cs typeface="Noto Sans KR"/>
              </a:defRPr>
            </a:lvl9pPr>
          </a:lstStyle>
          <a:p xmlns:a="http://schemas.openxmlformats.org/drawingml/2006/main">
            <a:pPr algn="l">
              <a:lnSpc>
                <a:spcPct val="118000"/>
              </a:lnSpc>
              <a:buNone/>
              <a:defRPr sz="1875" b="1">
                <a:solidFill>
                  <a:srgbClr val="141719"/>
                </a:solidFill>
                <a:latin typeface="Noto Sans KR"/>
                <a:ea typeface="Noto Sans KR"/>
                <a:cs typeface="Noto Sans KR"/>
              </a:defRPr>
            </a:pPr>
            <a:r>
              <a:rPr sz="1875" b="1">
                <a:solidFill>
                  <a:srgbClr val="141719"/>
                </a:solidFill>
                <a:latin typeface="Noto Sans KR"/>
                <a:ea typeface="Noto Sans KR"/>
                <a:cs typeface="Noto Sans KR"/>
              </a:rPr>
              <a:t>검증된 운용 기능</a:t>
            </a:r>
          </a:p>
        </p:txBody>
      </p:sp>
      <p:sp>
        <p:nvSpPr>
          <p:cNvPr id="26" name="text">
            <a:extLst xmlns:a="http://schemas.openxmlformats.org/drawingml/2006/main">
              <a:ext uri="{FF2B5EF4-FFF2-40B4-BE49-F238E27FC236}">
                <a16:creationId xmlns:a16="http://schemas.microsoft.com/office/drawing/2014/main" id="{4E772758-52EA-4F56-88EC-EF421D5ABFED}"/>
              </a:ext>
            </a:extLst>
          </p:cNvPr>
          <p:cNvSpPr>
            <a:spLocks xmlns:a="http://schemas.openxmlformats.org/drawingml/2006/main" noGrp="1"/>
          </p:cNvSpPr>
          <p:nvPr/>
        </p:nvSpPr>
        <p:spPr>
          <a:xfrm xmlns:a="http://schemas.openxmlformats.org/drawingml/2006/main">
            <a:off x="762000" y="5724525"/>
            <a:ext cx="5762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00877E"/>
                </a:solidFill>
                <a:latin typeface="Noto Sans KR"/>
                <a:ea typeface="Noto Sans KR"/>
                <a:cs typeface="Noto Sans KR"/>
              </a:defRPr>
            </a:defPPr>
            <a:lvl1pPr algn="l">
              <a:defRPr sz="1575" b="1">
                <a:solidFill>
                  <a:srgbClr val="00877E"/>
                </a:solidFill>
                <a:latin typeface="Noto Sans KR"/>
                <a:ea typeface="Noto Sans KR"/>
                <a:cs typeface="Noto Sans KR"/>
              </a:defRPr>
            </a:lvl1pPr>
            <a:lvl2pPr algn="l">
              <a:defRPr sz="1575" b="1">
                <a:solidFill>
                  <a:srgbClr val="00877E"/>
                </a:solidFill>
                <a:latin typeface="Noto Sans KR"/>
                <a:ea typeface="Noto Sans KR"/>
                <a:cs typeface="Noto Sans KR"/>
              </a:defRPr>
            </a:lvl2pPr>
            <a:lvl3pPr algn="l">
              <a:defRPr sz="1575" b="1">
                <a:solidFill>
                  <a:srgbClr val="00877E"/>
                </a:solidFill>
                <a:latin typeface="Noto Sans KR"/>
                <a:ea typeface="Noto Sans KR"/>
                <a:cs typeface="Noto Sans KR"/>
              </a:defRPr>
            </a:lvl3pPr>
            <a:lvl4pPr algn="l">
              <a:defRPr sz="1575" b="1">
                <a:solidFill>
                  <a:srgbClr val="00877E"/>
                </a:solidFill>
                <a:latin typeface="Noto Sans KR"/>
                <a:ea typeface="Noto Sans KR"/>
                <a:cs typeface="Noto Sans KR"/>
              </a:defRPr>
            </a:lvl4pPr>
            <a:lvl5pPr algn="l">
              <a:defRPr sz="1575" b="1">
                <a:solidFill>
                  <a:srgbClr val="00877E"/>
                </a:solidFill>
                <a:latin typeface="Noto Sans KR"/>
                <a:ea typeface="Noto Sans KR"/>
                <a:cs typeface="Noto Sans KR"/>
              </a:defRPr>
            </a:lvl5pPr>
            <a:lvl6pPr algn="l">
              <a:defRPr sz="1575" b="1">
                <a:solidFill>
                  <a:srgbClr val="00877E"/>
                </a:solidFill>
                <a:latin typeface="Noto Sans KR"/>
                <a:ea typeface="Noto Sans KR"/>
                <a:cs typeface="Noto Sans KR"/>
              </a:defRPr>
            </a:lvl6pPr>
            <a:lvl7pPr algn="l">
              <a:defRPr sz="1575" b="1">
                <a:solidFill>
                  <a:srgbClr val="00877E"/>
                </a:solidFill>
                <a:latin typeface="Noto Sans KR"/>
                <a:ea typeface="Noto Sans KR"/>
                <a:cs typeface="Noto Sans KR"/>
              </a:defRPr>
            </a:lvl7pPr>
            <a:lvl8pPr algn="l">
              <a:defRPr sz="1575" b="1">
                <a:solidFill>
                  <a:srgbClr val="00877E"/>
                </a:solidFill>
                <a:latin typeface="Noto Sans KR"/>
                <a:ea typeface="Noto Sans KR"/>
                <a:cs typeface="Noto Sans KR"/>
              </a:defRPr>
            </a:lvl8pPr>
            <a:lvl9pPr algn="l">
              <a:defRPr sz="1575" b="1">
                <a:solidFill>
                  <a:srgbClr val="00877E"/>
                </a:solidFill>
                <a:latin typeface="Noto Sans KR"/>
                <a:ea typeface="Noto Sans KR"/>
                <a:cs typeface="Noto Sans KR"/>
              </a:defRPr>
            </a:lvl9pPr>
          </a:lstStyle>
          <a:p xmlns:a="http://schemas.openxmlformats.org/drawingml/2006/main">
            <a:pPr algn="l">
              <a:lnSpc>
                <a:spcPct val="118000"/>
              </a:lnSpc>
              <a:buNone/>
              <a:defRPr sz="1575" b="1">
                <a:solidFill>
                  <a:srgbClr val="00877E"/>
                </a:solidFill>
                <a:latin typeface="Noto Sans KR"/>
                <a:ea typeface="Noto Sans KR"/>
                <a:cs typeface="Noto Sans KR"/>
              </a:defRPr>
            </a:pPr>
            <a:r>
              <a:rPr sz="1575" b="1">
                <a:solidFill>
                  <a:srgbClr val="00877E"/>
                </a:solidFill>
                <a:latin typeface="Noto Sans KR"/>
                <a:ea typeface="Noto Sans KR"/>
                <a:cs typeface="Noto Sans KR"/>
              </a:rPr>
              <a:t>단위 시험 184개 · 전체 흐름 7단계 통과</a:t>
            </a:r>
          </a:p>
        </p:txBody>
      </p:sp>
      <p:sp>
        <p:nvSpPr>
          <p:cNvPr id="27" name="text">
            <a:extLst xmlns:a="http://schemas.openxmlformats.org/drawingml/2006/main">
              <a:ext uri="{FF2B5EF4-FFF2-40B4-BE49-F238E27FC236}">
                <a16:creationId xmlns:a16="http://schemas.microsoft.com/office/drawing/2014/main" id="{8D5F93E7-9657-4374-8B7E-F5743202D5C3}"/>
              </a:ext>
            </a:extLst>
          </p:cNvPr>
          <p:cNvSpPr>
            <a:spLocks xmlns:a="http://schemas.openxmlformats.org/drawingml/2006/main" noGrp="1"/>
          </p:cNvSpPr>
          <p:nvPr/>
        </p:nvSpPr>
        <p:spPr>
          <a:xfrm xmlns:a="http://schemas.openxmlformats.org/drawingml/2006/main">
            <a:off x="762000" y="6057900"/>
            <a:ext cx="576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86368"/>
                </a:solidFill>
                <a:latin typeface="Noto Sans KR"/>
                <a:ea typeface="Noto Sans KR"/>
                <a:cs typeface="Noto Sans KR"/>
              </a:defRPr>
            </a:defPPr>
            <a:lvl1pPr algn="l">
              <a:defRPr sz="1350" b="0">
                <a:solidFill>
                  <a:srgbClr val="586368"/>
                </a:solidFill>
                <a:latin typeface="Noto Sans KR"/>
                <a:ea typeface="Noto Sans KR"/>
                <a:cs typeface="Noto Sans KR"/>
              </a:defRPr>
            </a:lvl1pPr>
            <a:lvl2pPr algn="l">
              <a:defRPr sz="1350" b="0">
                <a:solidFill>
                  <a:srgbClr val="586368"/>
                </a:solidFill>
                <a:latin typeface="Noto Sans KR"/>
                <a:ea typeface="Noto Sans KR"/>
                <a:cs typeface="Noto Sans KR"/>
              </a:defRPr>
            </a:lvl2pPr>
            <a:lvl3pPr algn="l">
              <a:defRPr sz="1350" b="0">
                <a:solidFill>
                  <a:srgbClr val="586368"/>
                </a:solidFill>
                <a:latin typeface="Noto Sans KR"/>
                <a:ea typeface="Noto Sans KR"/>
                <a:cs typeface="Noto Sans KR"/>
              </a:defRPr>
            </a:lvl3pPr>
            <a:lvl4pPr algn="l">
              <a:defRPr sz="1350" b="0">
                <a:solidFill>
                  <a:srgbClr val="586368"/>
                </a:solidFill>
                <a:latin typeface="Noto Sans KR"/>
                <a:ea typeface="Noto Sans KR"/>
                <a:cs typeface="Noto Sans KR"/>
              </a:defRPr>
            </a:lvl4pPr>
            <a:lvl5pPr algn="l">
              <a:defRPr sz="1350" b="0">
                <a:solidFill>
                  <a:srgbClr val="586368"/>
                </a:solidFill>
                <a:latin typeface="Noto Sans KR"/>
                <a:ea typeface="Noto Sans KR"/>
                <a:cs typeface="Noto Sans KR"/>
              </a:defRPr>
            </a:lvl5pPr>
            <a:lvl6pPr algn="l">
              <a:defRPr sz="1350" b="0">
                <a:solidFill>
                  <a:srgbClr val="586368"/>
                </a:solidFill>
                <a:latin typeface="Noto Sans KR"/>
                <a:ea typeface="Noto Sans KR"/>
                <a:cs typeface="Noto Sans KR"/>
              </a:defRPr>
            </a:lvl6pPr>
            <a:lvl7pPr algn="l">
              <a:defRPr sz="1350" b="0">
                <a:solidFill>
                  <a:srgbClr val="586368"/>
                </a:solidFill>
                <a:latin typeface="Noto Sans KR"/>
                <a:ea typeface="Noto Sans KR"/>
                <a:cs typeface="Noto Sans KR"/>
              </a:defRPr>
            </a:lvl7pPr>
            <a:lvl8pPr algn="l">
              <a:defRPr sz="1350" b="0">
                <a:solidFill>
                  <a:srgbClr val="586368"/>
                </a:solidFill>
                <a:latin typeface="Noto Sans KR"/>
                <a:ea typeface="Noto Sans KR"/>
                <a:cs typeface="Noto Sans KR"/>
              </a:defRPr>
            </a:lvl8pPr>
            <a:lvl9pPr algn="l">
              <a:defRPr sz="1350" b="0">
                <a:solidFill>
                  <a:srgbClr val="586368"/>
                </a:solidFill>
                <a:latin typeface="Noto Sans KR"/>
                <a:ea typeface="Noto Sans KR"/>
                <a:cs typeface="Noto Sans KR"/>
              </a:defRPr>
            </a:lvl9pPr>
          </a:lstStyle>
          <a:p xmlns:a="http://schemas.openxmlformats.org/drawingml/2006/main">
            <a:pPr algn="l">
              <a:lnSpc>
                <a:spcPct val="118000"/>
              </a:lnSpc>
              <a:buNone/>
              <a:defRPr sz="1350" b="0">
                <a:solidFill>
                  <a:srgbClr val="586368"/>
                </a:solidFill>
                <a:latin typeface="Noto Sans KR"/>
                <a:ea typeface="Noto Sans KR"/>
                <a:cs typeface="Noto Sans KR"/>
              </a:defRPr>
            </a:pPr>
            <a:r>
              <a:rPr sz="1350" b="0">
                <a:solidFill>
                  <a:srgbClr val="586368"/>
                </a:solidFill>
                <a:latin typeface="Noto Sans KR"/>
                <a:ea typeface="Noto Sans KR"/>
                <a:cs typeface="Noto Sans KR"/>
              </a:rPr>
              <a:t>학습·저장·재로드·갱신과 검토 정정 후 재학습 확인</a:t>
            </a:r>
          </a:p>
        </p:txBody>
      </p:sp>
      <p:sp>
        <p:nvSpPr>
          <p:cNvPr id="28" name="text">
            <a:extLst xmlns:a="http://schemas.openxmlformats.org/drawingml/2006/main">
              <a:ext uri="{FF2B5EF4-FFF2-40B4-BE49-F238E27FC236}">
                <a16:creationId xmlns:a16="http://schemas.microsoft.com/office/drawing/2014/main" id="{1937A0BD-8E2C-40E8-890F-55BAEEA18E23}"/>
              </a:ext>
            </a:extLst>
          </p:cNvPr>
          <p:cNvSpPr>
            <a:spLocks xmlns:a="http://schemas.openxmlformats.org/drawingml/2006/main" noGrp="1"/>
          </p:cNvSpPr>
          <p:nvPr/>
        </p:nvSpPr>
        <p:spPr>
          <a:xfrm xmlns:a="http://schemas.openxmlformats.org/drawingml/2006/main">
            <a:off x="762000" y="6429375"/>
            <a:ext cx="576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00877E"/>
                </a:solidFill>
                <a:latin typeface="Noto Sans KR"/>
                <a:ea typeface="Noto Sans KR"/>
                <a:cs typeface="Noto Sans KR"/>
              </a:defRPr>
            </a:defPPr>
            <a:lvl1pPr algn="l">
              <a:defRPr sz="1575" b="1">
                <a:solidFill>
                  <a:srgbClr val="00877E"/>
                </a:solidFill>
                <a:latin typeface="Noto Sans KR"/>
                <a:ea typeface="Noto Sans KR"/>
                <a:cs typeface="Noto Sans KR"/>
              </a:defRPr>
            </a:lvl1pPr>
            <a:lvl2pPr algn="l">
              <a:defRPr sz="1575" b="1">
                <a:solidFill>
                  <a:srgbClr val="00877E"/>
                </a:solidFill>
                <a:latin typeface="Noto Sans KR"/>
                <a:ea typeface="Noto Sans KR"/>
                <a:cs typeface="Noto Sans KR"/>
              </a:defRPr>
            </a:lvl2pPr>
            <a:lvl3pPr algn="l">
              <a:defRPr sz="1575" b="1">
                <a:solidFill>
                  <a:srgbClr val="00877E"/>
                </a:solidFill>
                <a:latin typeface="Noto Sans KR"/>
                <a:ea typeface="Noto Sans KR"/>
                <a:cs typeface="Noto Sans KR"/>
              </a:defRPr>
            </a:lvl3pPr>
            <a:lvl4pPr algn="l">
              <a:defRPr sz="1575" b="1">
                <a:solidFill>
                  <a:srgbClr val="00877E"/>
                </a:solidFill>
                <a:latin typeface="Noto Sans KR"/>
                <a:ea typeface="Noto Sans KR"/>
                <a:cs typeface="Noto Sans KR"/>
              </a:defRPr>
            </a:lvl4pPr>
            <a:lvl5pPr algn="l">
              <a:defRPr sz="1575" b="1">
                <a:solidFill>
                  <a:srgbClr val="00877E"/>
                </a:solidFill>
                <a:latin typeface="Noto Sans KR"/>
                <a:ea typeface="Noto Sans KR"/>
                <a:cs typeface="Noto Sans KR"/>
              </a:defRPr>
            </a:lvl5pPr>
            <a:lvl6pPr algn="l">
              <a:defRPr sz="1575" b="1">
                <a:solidFill>
                  <a:srgbClr val="00877E"/>
                </a:solidFill>
                <a:latin typeface="Noto Sans KR"/>
                <a:ea typeface="Noto Sans KR"/>
                <a:cs typeface="Noto Sans KR"/>
              </a:defRPr>
            </a:lvl6pPr>
            <a:lvl7pPr algn="l">
              <a:defRPr sz="1575" b="1">
                <a:solidFill>
                  <a:srgbClr val="00877E"/>
                </a:solidFill>
                <a:latin typeface="Noto Sans KR"/>
                <a:ea typeface="Noto Sans KR"/>
                <a:cs typeface="Noto Sans KR"/>
              </a:defRPr>
            </a:lvl7pPr>
            <a:lvl8pPr algn="l">
              <a:defRPr sz="1575" b="1">
                <a:solidFill>
                  <a:srgbClr val="00877E"/>
                </a:solidFill>
                <a:latin typeface="Noto Sans KR"/>
                <a:ea typeface="Noto Sans KR"/>
                <a:cs typeface="Noto Sans KR"/>
              </a:defRPr>
            </a:lvl8pPr>
            <a:lvl9pPr algn="l">
              <a:defRPr sz="1575" b="1">
                <a:solidFill>
                  <a:srgbClr val="00877E"/>
                </a:solidFill>
                <a:latin typeface="Noto Sans KR"/>
                <a:ea typeface="Noto Sans KR"/>
                <a:cs typeface="Noto Sans KR"/>
              </a:defRPr>
            </a:lvl9pPr>
          </a:lstStyle>
          <a:p xmlns:a="http://schemas.openxmlformats.org/drawingml/2006/main">
            <a:pPr algn="l">
              <a:lnSpc>
                <a:spcPct val="118000"/>
              </a:lnSpc>
              <a:buNone/>
              <a:defRPr sz="1575" b="1">
                <a:solidFill>
                  <a:srgbClr val="00877E"/>
                </a:solidFill>
                <a:latin typeface="Noto Sans KR"/>
                <a:ea typeface="Noto Sans KR"/>
                <a:cs typeface="Noto Sans KR"/>
              </a:defRPr>
            </a:pPr>
            <a:r>
              <a:rPr sz="1575" b="1">
                <a:solidFill>
                  <a:srgbClr val="00877E"/>
                </a:solidFill>
                <a:latin typeface="Noto Sans KR"/>
                <a:ea typeface="Noto Sans KR"/>
                <a:cs typeface="Noto Sans KR"/>
              </a:rPr>
              <a:t>실제 MQTT 브로커로 전송·검토 수신 확인</a:t>
            </a:r>
          </a:p>
        </p:txBody>
      </p:sp>
      <p:sp>
        <p:nvSpPr>
          <p:cNvPr id="29" name="text">
            <a:extLst xmlns:a="http://schemas.openxmlformats.org/drawingml/2006/main">
              <a:ext uri="{FF2B5EF4-FFF2-40B4-BE49-F238E27FC236}">
                <a16:creationId xmlns:a16="http://schemas.microsoft.com/office/drawing/2014/main" id="{73D522A9-62BE-482E-9E1D-3169531EBBED}"/>
              </a:ext>
            </a:extLst>
          </p:cNvPr>
          <p:cNvSpPr>
            <a:spLocks xmlns:a="http://schemas.openxmlformats.org/drawingml/2006/main" noGrp="1"/>
          </p:cNvSpPr>
          <p:nvPr/>
        </p:nvSpPr>
        <p:spPr>
          <a:xfrm xmlns:a="http://schemas.openxmlformats.org/drawingml/2006/main">
            <a:off x="762000" y="6743700"/>
            <a:ext cx="5762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86368"/>
                </a:solidFill>
                <a:latin typeface="Noto Sans KR"/>
                <a:ea typeface="Noto Sans KR"/>
                <a:cs typeface="Noto Sans KR"/>
              </a:defRPr>
            </a:defPPr>
            <a:lvl1pPr algn="l">
              <a:defRPr sz="1200" b="0">
                <a:solidFill>
                  <a:srgbClr val="586368"/>
                </a:solidFill>
                <a:latin typeface="Noto Sans KR"/>
                <a:ea typeface="Noto Sans KR"/>
                <a:cs typeface="Noto Sans KR"/>
              </a:defRPr>
            </a:lvl1pPr>
            <a:lvl2pPr algn="l">
              <a:defRPr sz="1200" b="0">
                <a:solidFill>
                  <a:srgbClr val="586368"/>
                </a:solidFill>
                <a:latin typeface="Noto Sans KR"/>
                <a:ea typeface="Noto Sans KR"/>
                <a:cs typeface="Noto Sans KR"/>
              </a:defRPr>
            </a:lvl2pPr>
            <a:lvl3pPr algn="l">
              <a:defRPr sz="1200" b="0">
                <a:solidFill>
                  <a:srgbClr val="586368"/>
                </a:solidFill>
                <a:latin typeface="Noto Sans KR"/>
                <a:ea typeface="Noto Sans KR"/>
                <a:cs typeface="Noto Sans KR"/>
              </a:defRPr>
            </a:lvl3pPr>
            <a:lvl4pPr algn="l">
              <a:defRPr sz="1200" b="0">
                <a:solidFill>
                  <a:srgbClr val="586368"/>
                </a:solidFill>
                <a:latin typeface="Noto Sans KR"/>
                <a:ea typeface="Noto Sans KR"/>
                <a:cs typeface="Noto Sans KR"/>
              </a:defRPr>
            </a:lvl4pPr>
            <a:lvl5pPr algn="l">
              <a:defRPr sz="1200" b="0">
                <a:solidFill>
                  <a:srgbClr val="586368"/>
                </a:solidFill>
                <a:latin typeface="Noto Sans KR"/>
                <a:ea typeface="Noto Sans KR"/>
                <a:cs typeface="Noto Sans KR"/>
              </a:defRPr>
            </a:lvl5pPr>
            <a:lvl6pPr algn="l">
              <a:defRPr sz="1200" b="0">
                <a:solidFill>
                  <a:srgbClr val="586368"/>
                </a:solidFill>
                <a:latin typeface="Noto Sans KR"/>
                <a:ea typeface="Noto Sans KR"/>
                <a:cs typeface="Noto Sans KR"/>
              </a:defRPr>
            </a:lvl6pPr>
            <a:lvl7pPr algn="l">
              <a:defRPr sz="1200" b="0">
                <a:solidFill>
                  <a:srgbClr val="586368"/>
                </a:solidFill>
                <a:latin typeface="Noto Sans KR"/>
                <a:ea typeface="Noto Sans KR"/>
                <a:cs typeface="Noto Sans KR"/>
              </a:defRPr>
            </a:lvl7pPr>
            <a:lvl8pPr algn="l">
              <a:defRPr sz="1200" b="0">
                <a:solidFill>
                  <a:srgbClr val="586368"/>
                </a:solidFill>
                <a:latin typeface="Noto Sans KR"/>
                <a:ea typeface="Noto Sans KR"/>
                <a:cs typeface="Noto Sans KR"/>
              </a:defRPr>
            </a:lvl8pPr>
            <a:lvl9pPr algn="l">
              <a:defRPr sz="1200" b="0">
                <a:solidFill>
                  <a:srgbClr val="586368"/>
                </a:solidFill>
                <a:latin typeface="Noto Sans KR"/>
                <a:ea typeface="Noto Sans KR"/>
                <a:cs typeface="Noto Sans KR"/>
              </a:defRPr>
            </a:lvl9pPr>
          </a:lstStyle>
          <a:p xmlns:a="http://schemas.openxmlformats.org/drawingml/2006/main">
            <a:pPr algn="l">
              <a:lnSpc>
                <a:spcPct val="118000"/>
              </a:lnSpc>
              <a:buNone/>
              <a:defRPr sz="1200" b="0">
                <a:solidFill>
                  <a:srgbClr val="586368"/>
                </a:solidFill>
                <a:latin typeface="Noto Sans KR"/>
                <a:ea typeface="Noto Sans KR"/>
                <a:cs typeface="Noto Sans KR"/>
              </a:defRPr>
            </a:pPr>
            <a:r>
              <a:rPr sz="1200" b="0">
                <a:solidFill>
                  <a:srgbClr val="586368"/>
                </a:solidFill>
                <a:latin typeface="Noto Sans KR"/>
                <a:ea typeface="Noto Sans KR"/>
                <a:cs typeface="Noto Sans KR"/>
              </a:rPr>
              <a:t>중복 검토·정정·새 판단 PUBACK 통과</a:t>
            </a:r>
          </a:p>
          <a:p xmlns:a="http://schemas.openxmlformats.org/drawingml/2006/main">
            <a:pPr algn="l">
              <a:lnSpc>
                <a:spcPct val="118000"/>
              </a:lnSpc>
              <a:buNone/>
              <a:defRPr sz="1200" b="0">
                <a:solidFill>
                  <a:srgbClr val="586368"/>
                </a:solidFill>
                <a:latin typeface="Noto Sans KR"/>
                <a:ea typeface="Noto Sans KR"/>
                <a:cs typeface="Noto Sans KR"/>
              </a:defRPr>
            </a:pPr>
            <a:r>
              <a:rPr sz="1200" b="0">
                <a:solidFill>
                  <a:srgbClr val="586368"/>
                </a:solidFill>
                <a:latin typeface="Noto Sans KR"/>
                <a:ea typeface="Noto Sans KR"/>
                <a:cs typeface="Noto Sans KR"/>
              </a:rPr>
              <a:t>브로커 수신 확인이며 실제 출력 완료 확인은 아님</a:t>
            </a:r>
          </a:p>
        </p:txBody>
      </p:sp>
      <p:sp>
        <p:nvSpPr>
          <p:cNvPr id="30" name="text">
            <a:extLst xmlns:a="http://schemas.openxmlformats.org/drawingml/2006/main">
              <a:ext uri="{FF2B5EF4-FFF2-40B4-BE49-F238E27FC236}">
                <a16:creationId xmlns:a16="http://schemas.microsoft.com/office/drawing/2014/main" id="{5876AEB5-A5EA-4AD3-A6FE-913DC7A9F473}"/>
              </a:ext>
            </a:extLst>
          </p:cNvPr>
          <p:cNvSpPr>
            <a:spLocks xmlns:a="http://schemas.openxmlformats.org/drawingml/2006/main" noGrp="1"/>
          </p:cNvSpPr>
          <p:nvPr/>
        </p:nvSpPr>
        <p:spPr>
          <a:xfrm xmlns:a="http://schemas.openxmlformats.org/drawingml/2006/main">
            <a:off x="7239000" y="5248275"/>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41719"/>
                </a:solidFill>
                <a:latin typeface="Noto Sans KR"/>
                <a:ea typeface="Noto Sans KR"/>
                <a:cs typeface="Noto Sans KR"/>
              </a:defRPr>
            </a:defPPr>
            <a:lvl1pPr algn="l">
              <a:defRPr sz="1875" b="1">
                <a:solidFill>
                  <a:srgbClr val="141719"/>
                </a:solidFill>
                <a:latin typeface="Noto Sans KR"/>
                <a:ea typeface="Noto Sans KR"/>
                <a:cs typeface="Noto Sans KR"/>
              </a:defRPr>
            </a:lvl1pPr>
            <a:lvl2pPr algn="l">
              <a:defRPr sz="1875" b="1">
                <a:solidFill>
                  <a:srgbClr val="141719"/>
                </a:solidFill>
                <a:latin typeface="Noto Sans KR"/>
                <a:ea typeface="Noto Sans KR"/>
                <a:cs typeface="Noto Sans KR"/>
              </a:defRPr>
            </a:lvl2pPr>
            <a:lvl3pPr algn="l">
              <a:defRPr sz="1875" b="1">
                <a:solidFill>
                  <a:srgbClr val="141719"/>
                </a:solidFill>
                <a:latin typeface="Noto Sans KR"/>
                <a:ea typeface="Noto Sans KR"/>
                <a:cs typeface="Noto Sans KR"/>
              </a:defRPr>
            </a:lvl3pPr>
            <a:lvl4pPr algn="l">
              <a:defRPr sz="1875" b="1">
                <a:solidFill>
                  <a:srgbClr val="141719"/>
                </a:solidFill>
                <a:latin typeface="Noto Sans KR"/>
                <a:ea typeface="Noto Sans KR"/>
                <a:cs typeface="Noto Sans KR"/>
              </a:defRPr>
            </a:lvl4pPr>
            <a:lvl5pPr algn="l">
              <a:defRPr sz="1875" b="1">
                <a:solidFill>
                  <a:srgbClr val="141719"/>
                </a:solidFill>
                <a:latin typeface="Noto Sans KR"/>
                <a:ea typeface="Noto Sans KR"/>
                <a:cs typeface="Noto Sans KR"/>
              </a:defRPr>
            </a:lvl5pPr>
            <a:lvl6pPr algn="l">
              <a:defRPr sz="1875" b="1">
                <a:solidFill>
                  <a:srgbClr val="141719"/>
                </a:solidFill>
                <a:latin typeface="Noto Sans KR"/>
                <a:ea typeface="Noto Sans KR"/>
                <a:cs typeface="Noto Sans KR"/>
              </a:defRPr>
            </a:lvl6pPr>
            <a:lvl7pPr algn="l">
              <a:defRPr sz="1875" b="1">
                <a:solidFill>
                  <a:srgbClr val="141719"/>
                </a:solidFill>
                <a:latin typeface="Noto Sans KR"/>
                <a:ea typeface="Noto Sans KR"/>
                <a:cs typeface="Noto Sans KR"/>
              </a:defRPr>
            </a:lvl7pPr>
            <a:lvl8pPr algn="l">
              <a:defRPr sz="1875" b="1">
                <a:solidFill>
                  <a:srgbClr val="141719"/>
                </a:solidFill>
                <a:latin typeface="Noto Sans KR"/>
                <a:ea typeface="Noto Sans KR"/>
                <a:cs typeface="Noto Sans KR"/>
              </a:defRPr>
            </a:lvl8pPr>
            <a:lvl9pPr algn="l">
              <a:defRPr sz="1875" b="1">
                <a:solidFill>
                  <a:srgbClr val="141719"/>
                </a:solidFill>
                <a:latin typeface="Noto Sans KR"/>
                <a:ea typeface="Noto Sans KR"/>
                <a:cs typeface="Noto Sans KR"/>
              </a:defRPr>
            </a:lvl9pPr>
          </a:lstStyle>
          <a:p xmlns:a="http://schemas.openxmlformats.org/drawingml/2006/main">
            <a:pPr algn="l">
              <a:lnSpc>
                <a:spcPct val="118000"/>
              </a:lnSpc>
              <a:buNone/>
              <a:defRPr sz="1875" b="1">
                <a:solidFill>
                  <a:srgbClr val="141719"/>
                </a:solidFill>
                <a:latin typeface="Noto Sans KR"/>
                <a:ea typeface="Noto Sans KR"/>
                <a:cs typeface="Noto Sans KR"/>
              </a:defRPr>
            </a:pPr>
            <a:r>
              <a:rPr sz="1875" b="1">
                <a:solidFill>
                  <a:srgbClr val="141719"/>
                </a:solidFill>
                <a:latin typeface="Noto Sans KR"/>
                <a:ea typeface="Noto Sans KR"/>
                <a:cs typeface="Noto Sans KR"/>
              </a:rPr>
              <a:t>실사용 전 개선 과제</a:t>
            </a:r>
          </a:p>
        </p:txBody>
      </p:sp>
      <p:sp>
        <p:nvSpPr>
          <p:cNvPr id="31" name="text">
            <a:extLst xmlns:a="http://schemas.openxmlformats.org/drawingml/2006/main">
              <a:ext uri="{FF2B5EF4-FFF2-40B4-BE49-F238E27FC236}">
                <a16:creationId xmlns:a16="http://schemas.microsoft.com/office/drawing/2014/main" id="{5D65A4C7-1F86-47E8-8BC6-B627F925E588}"/>
              </a:ext>
            </a:extLst>
          </p:cNvPr>
          <p:cNvSpPr>
            <a:spLocks xmlns:a="http://schemas.openxmlformats.org/drawingml/2006/main" noGrp="1"/>
          </p:cNvSpPr>
          <p:nvPr/>
        </p:nvSpPr>
        <p:spPr>
          <a:xfrm xmlns:a="http://schemas.openxmlformats.org/drawingml/2006/main">
            <a:off x="7239000" y="567690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141719"/>
                </a:solidFill>
                <a:latin typeface="Noto Sans KR"/>
                <a:ea typeface="Noto Sans KR"/>
                <a:cs typeface="Noto Sans KR"/>
              </a:defRPr>
            </a:defPPr>
            <a:lvl1pPr algn="l">
              <a:defRPr sz="1500" b="1">
                <a:solidFill>
                  <a:srgbClr val="141719"/>
                </a:solidFill>
                <a:latin typeface="Noto Sans KR"/>
                <a:ea typeface="Noto Sans KR"/>
                <a:cs typeface="Noto Sans KR"/>
              </a:defRPr>
            </a:lvl1pPr>
            <a:lvl2pPr algn="l">
              <a:defRPr sz="1500" b="1">
                <a:solidFill>
                  <a:srgbClr val="141719"/>
                </a:solidFill>
                <a:latin typeface="Noto Sans KR"/>
                <a:ea typeface="Noto Sans KR"/>
                <a:cs typeface="Noto Sans KR"/>
              </a:defRPr>
            </a:lvl2pPr>
            <a:lvl3pPr algn="l">
              <a:defRPr sz="1500" b="1">
                <a:solidFill>
                  <a:srgbClr val="141719"/>
                </a:solidFill>
                <a:latin typeface="Noto Sans KR"/>
                <a:ea typeface="Noto Sans KR"/>
                <a:cs typeface="Noto Sans KR"/>
              </a:defRPr>
            </a:lvl3pPr>
            <a:lvl4pPr algn="l">
              <a:defRPr sz="1500" b="1">
                <a:solidFill>
                  <a:srgbClr val="141719"/>
                </a:solidFill>
                <a:latin typeface="Noto Sans KR"/>
                <a:ea typeface="Noto Sans KR"/>
                <a:cs typeface="Noto Sans KR"/>
              </a:defRPr>
            </a:lvl4pPr>
            <a:lvl5pPr algn="l">
              <a:defRPr sz="1500" b="1">
                <a:solidFill>
                  <a:srgbClr val="141719"/>
                </a:solidFill>
                <a:latin typeface="Noto Sans KR"/>
                <a:ea typeface="Noto Sans KR"/>
                <a:cs typeface="Noto Sans KR"/>
              </a:defRPr>
            </a:lvl5pPr>
            <a:lvl6pPr algn="l">
              <a:defRPr sz="1500" b="1">
                <a:solidFill>
                  <a:srgbClr val="141719"/>
                </a:solidFill>
                <a:latin typeface="Noto Sans KR"/>
                <a:ea typeface="Noto Sans KR"/>
                <a:cs typeface="Noto Sans KR"/>
              </a:defRPr>
            </a:lvl6pPr>
            <a:lvl7pPr algn="l">
              <a:defRPr sz="1500" b="1">
                <a:solidFill>
                  <a:srgbClr val="141719"/>
                </a:solidFill>
                <a:latin typeface="Noto Sans KR"/>
                <a:ea typeface="Noto Sans KR"/>
                <a:cs typeface="Noto Sans KR"/>
              </a:defRPr>
            </a:lvl7pPr>
            <a:lvl8pPr algn="l">
              <a:defRPr sz="1500" b="1">
                <a:solidFill>
                  <a:srgbClr val="141719"/>
                </a:solidFill>
                <a:latin typeface="Noto Sans KR"/>
                <a:ea typeface="Noto Sans KR"/>
                <a:cs typeface="Noto Sans KR"/>
              </a:defRPr>
            </a:lvl8pPr>
            <a:lvl9pPr algn="l">
              <a:defRPr sz="1500" b="1">
                <a:solidFill>
                  <a:srgbClr val="141719"/>
                </a:solidFill>
                <a:latin typeface="Noto Sans KR"/>
                <a:ea typeface="Noto Sans KR"/>
                <a:cs typeface="Noto Sans KR"/>
              </a:defRPr>
            </a:lvl9pPr>
          </a:lstStyle>
          <a:p xmlns:a="http://schemas.openxmlformats.org/drawingml/2006/main">
            <a:pPr algn="l">
              <a:lnSpc>
                <a:spcPct val="118000"/>
              </a:lnSpc>
              <a:buNone/>
              <a:defRPr sz="1500" b="1">
                <a:solidFill>
                  <a:srgbClr val="141719"/>
                </a:solidFill>
                <a:latin typeface="Noto Sans KR"/>
                <a:ea typeface="Noto Sans KR"/>
                <a:cs typeface="Noto Sans KR"/>
              </a:defRPr>
            </a:pPr>
            <a:r>
              <a:rPr sz="1500" b="1">
                <a:solidFill>
                  <a:srgbClr val="141719"/>
                </a:solidFill>
                <a:latin typeface="Noto Sans KR"/>
                <a:ea typeface="Noto Sans KR"/>
                <a:cs typeface="Noto Sans KR"/>
              </a:rPr>
              <a:t>정상 활동과 반복행동 구분</a:t>
            </a:r>
          </a:p>
        </p:txBody>
      </p:sp>
      <p:sp>
        <p:nvSpPr>
          <p:cNvPr id="32" name="text">
            <a:extLst xmlns:a="http://schemas.openxmlformats.org/drawingml/2006/main">
              <a:ext uri="{FF2B5EF4-FFF2-40B4-BE49-F238E27FC236}">
                <a16:creationId xmlns:a16="http://schemas.microsoft.com/office/drawing/2014/main" id="{6C6671CA-3198-421E-9422-14C7872012A0}"/>
              </a:ext>
            </a:extLst>
          </p:cNvPr>
          <p:cNvSpPr>
            <a:spLocks xmlns:a="http://schemas.openxmlformats.org/drawingml/2006/main" noGrp="1"/>
          </p:cNvSpPr>
          <p:nvPr/>
        </p:nvSpPr>
        <p:spPr>
          <a:xfrm xmlns:a="http://schemas.openxmlformats.org/drawingml/2006/main">
            <a:off x="7239000" y="5943600"/>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0">
                <a:solidFill>
                  <a:srgbClr val="D26132"/>
                </a:solidFill>
                <a:latin typeface="Noto Sans KR"/>
                <a:ea typeface="Noto Sans KR"/>
                <a:cs typeface="Noto Sans KR"/>
              </a:defRPr>
            </a:defPPr>
            <a:lvl1pPr algn="l">
              <a:defRPr sz="1238" b="0">
                <a:solidFill>
                  <a:srgbClr val="D26132"/>
                </a:solidFill>
                <a:latin typeface="Noto Sans KR"/>
                <a:ea typeface="Noto Sans KR"/>
                <a:cs typeface="Noto Sans KR"/>
              </a:defRPr>
            </a:lvl1pPr>
            <a:lvl2pPr algn="l">
              <a:defRPr sz="1238" b="0">
                <a:solidFill>
                  <a:srgbClr val="D26132"/>
                </a:solidFill>
                <a:latin typeface="Noto Sans KR"/>
                <a:ea typeface="Noto Sans KR"/>
                <a:cs typeface="Noto Sans KR"/>
              </a:defRPr>
            </a:lvl2pPr>
            <a:lvl3pPr algn="l">
              <a:defRPr sz="1238" b="0">
                <a:solidFill>
                  <a:srgbClr val="D26132"/>
                </a:solidFill>
                <a:latin typeface="Noto Sans KR"/>
                <a:ea typeface="Noto Sans KR"/>
                <a:cs typeface="Noto Sans KR"/>
              </a:defRPr>
            </a:lvl3pPr>
            <a:lvl4pPr algn="l">
              <a:defRPr sz="1238" b="0">
                <a:solidFill>
                  <a:srgbClr val="D26132"/>
                </a:solidFill>
                <a:latin typeface="Noto Sans KR"/>
                <a:ea typeface="Noto Sans KR"/>
                <a:cs typeface="Noto Sans KR"/>
              </a:defRPr>
            </a:lvl4pPr>
            <a:lvl5pPr algn="l">
              <a:defRPr sz="1238" b="0">
                <a:solidFill>
                  <a:srgbClr val="D26132"/>
                </a:solidFill>
                <a:latin typeface="Noto Sans KR"/>
                <a:ea typeface="Noto Sans KR"/>
                <a:cs typeface="Noto Sans KR"/>
              </a:defRPr>
            </a:lvl5pPr>
            <a:lvl6pPr algn="l">
              <a:defRPr sz="1238" b="0">
                <a:solidFill>
                  <a:srgbClr val="D26132"/>
                </a:solidFill>
                <a:latin typeface="Noto Sans KR"/>
                <a:ea typeface="Noto Sans KR"/>
                <a:cs typeface="Noto Sans KR"/>
              </a:defRPr>
            </a:lvl6pPr>
            <a:lvl7pPr algn="l">
              <a:defRPr sz="1238" b="0">
                <a:solidFill>
                  <a:srgbClr val="D26132"/>
                </a:solidFill>
                <a:latin typeface="Noto Sans KR"/>
                <a:ea typeface="Noto Sans KR"/>
                <a:cs typeface="Noto Sans KR"/>
              </a:defRPr>
            </a:lvl7pPr>
            <a:lvl8pPr algn="l">
              <a:defRPr sz="1238" b="0">
                <a:solidFill>
                  <a:srgbClr val="D26132"/>
                </a:solidFill>
                <a:latin typeface="Noto Sans KR"/>
                <a:ea typeface="Noto Sans KR"/>
                <a:cs typeface="Noto Sans KR"/>
              </a:defRPr>
            </a:lvl8pPr>
            <a:lvl9pPr algn="l">
              <a:defRPr sz="1238" b="0">
                <a:solidFill>
                  <a:srgbClr val="D26132"/>
                </a:solidFill>
                <a:latin typeface="Noto Sans KR"/>
                <a:ea typeface="Noto Sans KR"/>
                <a:cs typeface="Noto Sans KR"/>
              </a:defRPr>
            </a:lvl9pPr>
          </a:lstStyle>
          <a:p xmlns:a="http://schemas.openxmlformats.org/drawingml/2006/main">
            <a:pPr algn="l">
              <a:lnSpc>
                <a:spcPct val="118000"/>
              </a:lnSpc>
              <a:buNone/>
              <a:defRPr sz="1238" b="0">
                <a:solidFill>
                  <a:srgbClr val="D26132"/>
                </a:solidFill>
                <a:latin typeface="Noto Sans KR"/>
                <a:ea typeface="Noto Sans KR"/>
                <a:cs typeface="Noto Sans KR"/>
              </a:defRPr>
            </a:pPr>
            <a:r>
              <a:rPr sz="1238" b="0">
                <a:solidFill>
                  <a:srgbClr val="D26132"/>
                </a:solidFill>
                <a:latin typeface="Noto Sans KR"/>
                <a:ea typeface="Noto Sans KR"/>
                <a:cs typeface="Noto Sans KR"/>
              </a:rPr>
              <a:t>정상 맥락 48개 중 30개 경보 → 상황 정보·검토 필요</a:t>
            </a:r>
          </a:p>
        </p:txBody>
      </p:sp>
      <p:sp>
        <p:nvSpPr>
          <p:cNvPr id="33" name="text">
            <a:extLst xmlns:a="http://schemas.openxmlformats.org/drawingml/2006/main">
              <a:ext uri="{FF2B5EF4-FFF2-40B4-BE49-F238E27FC236}">
                <a16:creationId xmlns:a16="http://schemas.microsoft.com/office/drawing/2014/main" id="{657FF149-ADF0-4381-BE9F-0C98B1B40BB7}"/>
              </a:ext>
            </a:extLst>
          </p:cNvPr>
          <p:cNvSpPr>
            <a:spLocks xmlns:a="http://schemas.openxmlformats.org/drawingml/2006/main" noGrp="1"/>
          </p:cNvSpPr>
          <p:nvPr/>
        </p:nvSpPr>
        <p:spPr>
          <a:xfrm xmlns:a="http://schemas.openxmlformats.org/drawingml/2006/main">
            <a:off x="7239000" y="617220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141719"/>
                </a:solidFill>
                <a:latin typeface="Noto Sans KR"/>
                <a:ea typeface="Noto Sans KR"/>
                <a:cs typeface="Noto Sans KR"/>
              </a:defRPr>
            </a:defPPr>
            <a:lvl1pPr algn="l">
              <a:defRPr sz="1500" b="1">
                <a:solidFill>
                  <a:srgbClr val="141719"/>
                </a:solidFill>
                <a:latin typeface="Noto Sans KR"/>
                <a:ea typeface="Noto Sans KR"/>
                <a:cs typeface="Noto Sans KR"/>
              </a:defRPr>
            </a:lvl1pPr>
            <a:lvl2pPr algn="l">
              <a:defRPr sz="1500" b="1">
                <a:solidFill>
                  <a:srgbClr val="141719"/>
                </a:solidFill>
                <a:latin typeface="Noto Sans KR"/>
                <a:ea typeface="Noto Sans KR"/>
                <a:cs typeface="Noto Sans KR"/>
              </a:defRPr>
            </a:lvl2pPr>
            <a:lvl3pPr algn="l">
              <a:defRPr sz="1500" b="1">
                <a:solidFill>
                  <a:srgbClr val="141719"/>
                </a:solidFill>
                <a:latin typeface="Noto Sans KR"/>
                <a:ea typeface="Noto Sans KR"/>
                <a:cs typeface="Noto Sans KR"/>
              </a:defRPr>
            </a:lvl3pPr>
            <a:lvl4pPr algn="l">
              <a:defRPr sz="1500" b="1">
                <a:solidFill>
                  <a:srgbClr val="141719"/>
                </a:solidFill>
                <a:latin typeface="Noto Sans KR"/>
                <a:ea typeface="Noto Sans KR"/>
                <a:cs typeface="Noto Sans KR"/>
              </a:defRPr>
            </a:lvl4pPr>
            <a:lvl5pPr algn="l">
              <a:defRPr sz="1500" b="1">
                <a:solidFill>
                  <a:srgbClr val="141719"/>
                </a:solidFill>
                <a:latin typeface="Noto Sans KR"/>
                <a:ea typeface="Noto Sans KR"/>
                <a:cs typeface="Noto Sans KR"/>
              </a:defRPr>
            </a:lvl5pPr>
            <a:lvl6pPr algn="l">
              <a:defRPr sz="1500" b="1">
                <a:solidFill>
                  <a:srgbClr val="141719"/>
                </a:solidFill>
                <a:latin typeface="Noto Sans KR"/>
                <a:ea typeface="Noto Sans KR"/>
                <a:cs typeface="Noto Sans KR"/>
              </a:defRPr>
            </a:lvl6pPr>
            <a:lvl7pPr algn="l">
              <a:defRPr sz="1500" b="1">
                <a:solidFill>
                  <a:srgbClr val="141719"/>
                </a:solidFill>
                <a:latin typeface="Noto Sans KR"/>
                <a:ea typeface="Noto Sans KR"/>
                <a:cs typeface="Noto Sans KR"/>
              </a:defRPr>
            </a:lvl7pPr>
            <a:lvl8pPr algn="l">
              <a:defRPr sz="1500" b="1">
                <a:solidFill>
                  <a:srgbClr val="141719"/>
                </a:solidFill>
                <a:latin typeface="Noto Sans KR"/>
                <a:ea typeface="Noto Sans KR"/>
                <a:cs typeface="Noto Sans KR"/>
              </a:defRPr>
            </a:lvl8pPr>
            <a:lvl9pPr algn="l">
              <a:defRPr sz="1500" b="1">
                <a:solidFill>
                  <a:srgbClr val="141719"/>
                </a:solidFill>
                <a:latin typeface="Noto Sans KR"/>
                <a:ea typeface="Noto Sans KR"/>
                <a:cs typeface="Noto Sans KR"/>
              </a:defRPr>
            </a:lvl9pPr>
          </a:lstStyle>
          <a:p xmlns:a="http://schemas.openxmlformats.org/drawingml/2006/main">
            <a:pPr algn="l">
              <a:lnSpc>
                <a:spcPct val="118000"/>
              </a:lnSpc>
              <a:buNone/>
              <a:defRPr sz="1500" b="1">
                <a:solidFill>
                  <a:srgbClr val="141719"/>
                </a:solidFill>
                <a:latin typeface="Noto Sans KR"/>
                <a:ea typeface="Noto Sans KR"/>
                <a:cs typeface="Noto Sans KR"/>
              </a:defRPr>
            </a:pPr>
            <a:r>
              <a:rPr sz="1500" b="1">
                <a:solidFill>
                  <a:srgbClr val="141719"/>
                </a:solidFill>
                <a:latin typeface="Noto Sans KR"/>
                <a:ea typeface="Noto Sans KR"/>
                <a:cs typeface="Noto Sans KR"/>
              </a:rPr>
              <a:t>실제 가정 데이터로 성능 평가</a:t>
            </a:r>
          </a:p>
        </p:txBody>
      </p:sp>
      <p:sp>
        <p:nvSpPr>
          <p:cNvPr id="34" name="text">
            <a:extLst xmlns:a="http://schemas.openxmlformats.org/drawingml/2006/main">
              <a:ext uri="{FF2B5EF4-FFF2-40B4-BE49-F238E27FC236}">
                <a16:creationId xmlns:a16="http://schemas.microsoft.com/office/drawing/2014/main" id="{04928413-3E0D-4F1A-A03C-44CF4280540B}"/>
              </a:ext>
            </a:extLst>
          </p:cNvPr>
          <p:cNvSpPr>
            <a:spLocks xmlns:a="http://schemas.openxmlformats.org/drawingml/2006/main" noGrp="1"/>
          </p:cNvSpPr>
          <p:nvPr/>
        </p:nvSpPr>
        <p:spPr>
          <a:xfrm xmlns:a="http://schemas.openxmlformats.org/drawingml/2006/main">
            <a:off x="7239000" y="6438900"/>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0">
                <a:solidFill>
                  <a:srgbClr val="586368"/>
                </a:solidFill>
                <a:latin typeface="Noto Sans KR"/>
                <a:ea typeface="Noto Sans KR"/>
                <a:cs typeface="Noto Sans KR"/>
              </a:defRPr>
            </a:defPPr>
            <a:lvl1pPr algn="l">
              <a:defRPr sz="1238" b="0">
                <a:solidFill>
                  <a:srgbClr val="586368"/>
                </a:solidFill>
                <a:latin typeface="Noto Sans KR"/>
                <a:ea typeface="Noto Sans KR"/>
                <a:cs typeface="Noto Sans KR"/>
              </a:defRPr>
            </a:lvl1pPr>
            <a:lvl2pPr algn="l">
              <a:defRPr sz="1238" b="0">
                <a:solidFill>
                  <a:srgbClr val="586368"/>
                </a:solidFill>
                <a:latin typeface="Noto Sans KR"/>
                <a:ea typeface="Noto Sans KR"/>
                <a:cs typeface="Noto Sans KR"/>
              </a:defRPr>
            </a:lvl2pPr>
            <a:lvl3pPr algn="l">
              <a:defRPr sz="1238" b="0">
                <a:solidFill>
                  <a:srgbClr val="586368"/>
                </a:solidFill>
                <a:latin typeface="Noto Sans KR"/>
                <a:ea typeface="Noto Sans KR"/>
                <a:cs typeface="Noto Sans KR"/>
              </a:defRPr>
            </a:lvl3pPr>
            <a:lvl4pPr algn="l">
              <a:defRPr sz="1238" b="0">
                <a:solidFill>
                  <a:srgbClr val="586368"/>
                </a:solidFill>
                <a:latin typeface="Noto Sans KR"/>
                <a:ea typeface="Noto Sans KR"/>
                <a:cs typeface="Noto Sans KR"/>
              </a:defRPr>
            </a:lvl4pPr>
            <a:lvl5pPr algn="l">
              <a:defRPr sz="1238" b="0">
                <a:solidFill>
                  <a:srgbClr val="586368"/>
                </a:solidFill>
                <a:latin typeface="Noto Sans KR"/>
                <a:ea typeface="Noto Sans KR"/>
                <a:cs typeface="Noto Sans KR"/>
              </a:defRPr>
            </a:lvl5pPr>
            <a:lvl6pPr algn="l">
              <a:defRPr sz="1238" b="0">
                <a:solidFill>
                  <a:srgbClr val="586368"/>
                </a:solidFill>
                <a:latin typeface="Noto Sans KR"/>
                <a:ea typeface="Noto Sans KR"/>
                <a:cs typeface="Noto Sans KR"/>
              </a:defRPr>
            </a:lvl6pPr>
            <a:lvl7pPr algn="l">
              <a:defRPr sz="1238" b="0">
                <a:solidFill>
                  <a:srgbClr val="586368"/>
                </a:solidFill>
                <a:latin typeface="Noto Sans KR"/>
                <a:ea typeface="Noto Sans KR"/>
                <a:cs typeface="Noto Sans KR"/>
              </a:defRPr>
            </a:lvl7pPr>
            <a:lvl8pPr algn="l">
              <a:defRPr sz="1238" b="0">
                <a:solidFill>
                  <a:srgbClr val="586368"/>
                </a:solidFill>
                <a:latin typeface="Noto Sans KR"/>
                <a:ea typeface="Noto Sans KR"/>
                <a:cs typeface="Noto Sans KR"/>
              </a:defRPr>
            </a:lvl8pPr>
            <a:lvl9pPr algn="l">
              <a:defRPr sz="1238" b="0">
                <a:solidFill>
                  <a:srgbClr val="586368"/>
                </a:solidFill>
                <a:latin typeface="Noto Sans KR"/>
                <a:ea typeface="Noto Sans KR"/>
                <a:cs typeface="Noto Sans KR"/>
              </a:defRPr>
            </a:lvl9pPr>
          </a:lstStyle>
          <a:p xmlns:a="http://schemas.openxmlformats.org/drawingml/2006/main">
            <a:pPr algn="l">
              <a:lnSpc>
                <a:spcPct val="118000"/>
              </a:lnSpc>
              <a:buNone/>
              <a:defRPr sz="1238" b="0">
                <a:solidFill>
                  <a:srgbClr val="586368"/>
                </a:solidFill>
                <a:latin typeface="Noto Sans KR"/>
                <a:ea typeface="Noto Sans KR"/>
                <a:cs typeface="Noto Sans KR"/>
              </a:defRPr>
            </a:pPr>
            <a:r>
              <a:rPr sz="1238" b="0">
                <a:solidFill>
                  <a:srgbClr val="586368"/>
                </a:solidFill>
                <a:latin typeface="Noto Sans KR"/>
                <a:ea typeface="Noto Sans KR"/>
                <a:cs typeface="Noto Sans KR"/>
              </a:rPr>
              <a:t>합성 시험만으로 환자 대상 성능을 판단할 수 없음</a:t>
            </a:r>
          </a:p>
        </p:txBody>
      </p:sp>
      <p:sp>
        <p:nvSpPr>
          <p:cNvPr id="35" name="text">
            <a:extLst xmlns:a="http://schemas.openxmlformats.org/drawingml/2006/main">
              <a:ext uri="{FF2B5EF4-FFF2-40B4-BE49-F238E27FC236}">
                <a16:creationId xmlns:a16="http://schemas.microsoft.com/office/drawing/2014/main" id="{9AC391B8-3EA5-435F-9864-974F8CDFAD83}"/>
              </a:ext>
            </a:extLst>
          </p:cNvPr>
          <p:cNvSpPr>
            <a:spLocks xmlns:a="http://schemas.openxmlformats.org/drawingml/2006/main" noGrp="1"/>
          </p:cNvSpPr>
          <p:nvPr/>
        </p:nvSpPr>
        <p:spPr>
          <a:xfrm xmlns:a="http://schemas.openxmlformats.org/drawingml/2006/main">
            <a:off x="7239000" y="666750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141719"/>
                </a:solidFill>
                <a:latin typeface="Noto Sans KR"/>
                <a:ea typeface="Noto Sans KR"/>
                <a:cs typeface="Noto Sans KR"/>
              </a:defRPr>
            </a:defPPr>
            <a:lvl1pPr algn="l">
              <a:defRPr sz="1500" b="1">
                <a:solidFill>
                  <a:srgbClr val="141719"/>
                </a:solidFill>
                <a:latin typeface="Noto Sans KR"/>
                <a:ea typeface="Noto Sans KR"/>
                <a:cs typeface="Noto Sans KR"/>
              </a:defRPr>
            </a:lvl1pPr>
            <a:lvl2pPr algn="l">
              <a:defRPr sz="1500" b="1">
                <a:solidFill>
                  <a:srgbClr val="141719"/>
                </a:solidFill>
                <a:latin typeface="Noto Sans KR"/>
                <a:ea typeface="Noto Sans KR"/>
                <a:cs typeface="Noto Sans KR"/>
              </a:defRPr>
            </a:lvl2pPr>
            <a:lvl3pPr algn="l">
              <a:defRPr sz="1500" b="1">
                <a:solidFill>
                  <a:srgbClr val="141719"/>
                </a:solidFill>
                <a:latin typeface="Noto Sans KR"/>
                <a:ea typeface="Noto Sans KR"/>
                <a:cs typeface="Noto Sans KR"/>
              </a:defRPr>
            </a:lvl3pPr>
            <a:lvl4pPr algn="l">
              <a:defRPr sz="1500" b="1">
                <a:solidFill>
                  <a:srgbClr val="141719"/>
                </a:solidFill>
                <a:latin typeface="Noto Sans KR"/>
                <a:ea typeface="Noto Sans KR"/>
                <a:cs typeface="Noto Sans KR"/>
              </a:defRPr>
            </a:lvl4pPr>
            <a:lvl5pPr algn="l">
              <a:defRPr sz="1500" b="1">
                <a:solidFill>
                  <a:srgbClr val="141719"/>
                </a:solidFill>
                <a:latin typeface="Noto Sans KR"/>
                <a:ea typeface="Noto Sans KR"/>
                <a:cs typeface="Noto Sans KR"/>
              </a:defRPr>
            </a:lvl5pPr>
            <a:lvl6pPr algn="l">
              <a:defRPr sz="1500" b="1">
                <a:solidFill>
                  <a:srgbClr val="141719"/>
                </a:solidFill>
                <a:latin typeface="Noto Sans KR"/>
                <a:ea typeface="Noto Sans KR"/>
                <a:cs typeface="Noto Sans KR"/>
              </a:defRPr>
            </a:lvl6pPr>
            <a:lvl7pPr algn="l">
              <a:defRPr sz="1500" b="1">
                <a:solidFill>
                  <a:srgbClr val="141719"/>
                </a:solidFill>
                <a:latin typeface="Noto Sans KR"/>
                <a:ea typeface="Noto Sans KR"/>
                <a:cs typeface="Noto Sans KR"/>
              </a:defRPr>
            </a:lvl7pPr>
            <a:lvl8pPr algn="l">
              <a:defRPr sz="1500" b="1">
                <a:solidFill>
                  <a:srgbClr val="141719"/>
                </a:solidFill>
                <a:latin typeface="Noto Sans KR"/>
                <a:ea typeface="Noto Sans KR"/>
                <a:cs typeface="Noto Sans KR"/>
              </a:defRPr>
            </a:lvl8pPr>
            <a:lvl9pPr algn="l">
              <a:defRPr sz="1500" b="1">
                <a:solidFill>
                  <a:srgbClr val="141719"/>
                </a:solidFill>
                <a:latin typeface="Noto Sans KR"/>
                <a:ea typeface="Noto Sans KR"/>
                <a:cs typeface="Noto Sans KR"/>
              </a:defRPr>
            </a:lvl9pPr>
          </a:lstStyle>
          <a:p xmlns:a="http://schemas.openxmlformats.org/drawingml/2006/main">
            <a:pPr algn="l">
              <a:lnSpc>
                <a:spcPct val="118000"/>
              </a:lnSpc>
              <a:buNone/>
              <a:defRPr sz="1500" b="1">
                <a:solidFill>
                  <a:srgbClr val="141719"/>
                </a:solidFill>
                <a:latin typeface="Noto Sans KR"/>
                <a:ea typeface="Noto Sans KR"/>
                <a:cs typeface="Noto Sans KR"/>
              </a:defRPr>
            </a:pPr>
            <a:r>
              <a:rPr sz="1500" b="1">
                <a:solidFill>
                  <a:srgbClr val="141719"/>
                </a:solidFill>
                <a:latin typeface="Noto Sans KR"/>
                <a:ea typeface="Noto Sans KR"/>
                <a:cs typeface="Noto Sans KR"/>
              </a:rPr>
              <a:t>Pi·앱·가전의 통합 운용 확인</a:t>
            </a:r>
          </a:p>
        </p:txBody>
      </p:sp>
      <p:sp>
        <p:nvSpPr>
          <p:cNvPr id="36" name="text">
            <a:extLst xmlns:a="http://schemas.openxmlformats.org/drawingml/2006/main">
              <a:ext uri="{FF2B5EF4-FFF2-40B4-BE49-F238E27FC236}">
                <a16:creationId xmlns:a16="http://schemas.microsoft.com/office/drawing/2014/main" id="{67EC9BDC-F1EE-4170-92E8-FD0633C5E13F}"/>
              </a:ext>
            </a:extLst>
          </p:cNvPr>
          <p:cNvSpPr>
            <a:spLocks xmlns:a="http://schemas.openxmlformats.org/drawingml/2006/main" noGrp="1"/>
          </p:cNvSpPr>
          <p:nvPr/>
        </p:nvSpPr>
        <p:spPr>
          <a:xfrm xmlns:a="http://schemas.openxmlformats.org/drawingml/2006/main">
            <a:off x="7239000" y="6934200"/>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38" b="0">
                <a:solidFill>
                  <a:srgbClr val="586368"/>
                </a:solidFill>
                <a:latin typeface="Noto Sans KR"/>
                <a:ea typeface="Noto Sans KR"/>
                <a:cs typeface="Noto Sans KR"/>
              </a:defRPr>
            </a:defPPr>
            <a:lvl1pPr algn="l">
              <a:defRPr sz="1238" b="0">
                <a:solidFill>
                  <a:srgbClr val="586368"/>
                </a:solidFill>
                <a:latin typeface="Noto Sans KR"/>
                <a:ea typeface="Noto Sans KR"/>
                <a:cs typeface="Noto Sans KR"/>
              </a:defRPr>
            </a:lvl1pPr>
            <a:lvl2pPr algn="l">
              <a:defRPr sz="1238" b="0">
                <a:solidFill>
                  <a:srgbClr val="586368"/>
                </a:solidFill>
                <a:latin typeface="Noto Sans KR"/>
                <a:ea typeface="Noto Sans KR"/>
                <a:cs typeface="Noto Sans KR"/>
              </a:defRPr>
            </a:lvl2pPr>
            <a:lvl3pPr algn="l">
              <a:defRPr sz="1238" b="0">
                <a:solidFill>
                  <a:srgbClr val="586368"/>
                </a:solidFill>
                <a:latin typeface="Noto Sans KR"/>
                <a:ea typeface="Noto Sans KR"/>
                <a:cs typeface="Noto Sans KR"/>
              </a:defRPr>
            </a:lvl3pPr>
            <a:lvl4pPr algn="l">
              <a:defRPr sz="1238" b="0">
                <a:solidFill>
                  <a:srgbClr val="586368"/>
                </a:solidFill>
                <a:latin typeface="Noto Sans KR"/>
                <a:ea typeface="Noto Sans KR"/>
                <a:cs typeface="Noto Sans KR"/>
              </a:defRPr>
            </a:lvl4pPr>
            <a:lvl5pPr algn="l">
              <a:defRPr sz="1238" b="0">
                <a:solidFill>
                  <a:srgbClr val="586368"/>
                </a:solidFill>
                <a:latin typeface="Noto Sans KR"/>
                <a:ea typeface="Noto Sans KR"/>
                <a:cs typeface="Noto Sans KR"/>
              </a:defRPr>
            </a:lvl5pPr>
            <a:lvl6pPr algn="l">
              <a:defRPr sz="1238" b="0">
                <a:solidFill>
                  <a:srgbClr val="586368"/>
                </a:solidFill>
                <a:latin typeface="Noto Sans KR"/>
                <a:ea typeface="Noto Sans KR"/>
                <a:cs typeface="Noto Sans KR"/>
              </a:defRPr>
            </a:lvl6pPr>
            <a:lvl7pPr algn="l">
              <a:defRPr sz="1238" b="0">
                <a:solidFill>
                  <a:srgbClr val="586368"/>
                </a:solidFill>
                <a:latin typeface="Noto Sans KR"/>
                <a:ea typeface="Noto Sans KR"/>
                <a:cs typeface="Noto Sans KR"/>
              </a:defRPr>
            </a:lvl7pPr>
            <a:lvl8pPr algn="l">
              <a:defRPr sz="1238" b="0">
                <a:solidFill>
                  <a:srgbClr val="586368"/>
                </a:solidFill>
                <a:latin typeface="Noto Sans KR"/>
                <a:ea typeface="Noto Sans KR"/>
                <a:cs typeface="Noto Sans KR"/>
              </a:defRPr>
            </a:lvl8pPr>
            <a:lvl9pPr algn="l">
              <a:defRPr sz="1238" b="0">
                <a:solidFill>
                  <a:srgbClr val="586368"/>
                </a:solidFill>
                <a:latin typeface="Noto Sans KR"/>
                <a:ea typeface="Noto Sans KR"/>
                <a:cs typeface="Noto Sans KR"/>
              </a:defRPr>
            </a:lvl9pPr>
          </a:lstStyle>
          <a:p xmlns:a="http://schemas.openxmlformats.org/drawingml/2006/main">
            <a:pPr algn="l">
              <a:lnSpc>
                <a:spcPct val="118000"/>
              </a:lnSpc>
              <a:buNone/>
              <a:defRPr sz="1238" b="0">
                <a:solidFill>
                  <a:srgbClr val="586368"/>
                </a:solidFill>
                <a:latin typeface="Noto Sans KR"/>
                <a:ea typeface="Noto Sans KR"/>
                <a:cs typeface="Noto Sans KR"/>
              </a:defRPr>
            </a:pPr>
            <a:r>
              <a:rPr sz="1238" b="0">
                <a:solidFill>
                  <a:srgbClr val="586368"/>
                </a:solidFill>
                <a:latin typeface="Noto Sans KR"/>
                <a:ea typeface="Noto Sans KR"/>
                <a:cs typeface="Noto Sans KR"/>
              </a:rPr>
              <a:t>최신 배포·Flutter 검토 입력·실제 출력 완료 확인</a:t>
            </a:r>
          </a:p>
        </p:txBody>
      </p:sp>
    </p:spTree>
    <p:extLst>
      <p:ext uri="{BB962C8B-B14F-4D97-AF65-F5344CB8AC3E}">
        <p14:creationId xmlns:p14="http://schemas.microsoft.com/office/powerpoint/2010/main" val="15570140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KR"/>
        <a:ea typeface=""/>
        <a:cs typeface=""/>
      </a:majorFont>
      <a:minorFont>
        <a:latin typeface="Noto Sans K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2026-10-23T11:20:28.9590000Z</dcterms:created>
  <dcterms:modified xsi:type="dcterms:W3CDTF">2026-10-23T11:20:28.9590000Z</dcterms:modified>
</coreProperties>
</file>